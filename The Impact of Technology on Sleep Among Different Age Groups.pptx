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710" r:id="rId2"/>
  </p:sldMasterIdLst>
  <p:sldIdLst>
    <p:sldId id="256" r:id="rId3"/>
    <p:sldId id="257" r:id="rId4"/>
    <p:sldId id="258" r:id="rId5"/>
    <p:sldId id="259" r:id="rId6"/>
    <p:sldId id="260" r:id="rId7"/>
    <p:sldId id="282" r:id="rId8"/>
    <p:sldId id="280" r:id="rId9"/>
    <p:sldId id="281" r:id="rId10"/>
    <p:sldId id="262" r:id="rId11"/>
    <p:sldId id="263" r:id="rId12"/>
    <p:sldId id="266" r:id="rId13"/>
    <p:sldId id="264" r:id="rId14"/>
    <p:sldId id="267" r:id="rId15"/>
    <p:sldId id="268" r:id="rId16"/>
    <p:sldId id="271" r:id="rId17"/>
    <p:sldId id="276" r:id="rId18"/>
    <p:sldId id="272" r:id="rId19"/>
    <p:sldId id="273" r:id="rId20"/>
    <p:sldId id="274" r:id="rId21"/>
    <p:sldId id="279" r:id="rId22"/>
    <p:sldId id="284" r:id="rId23"/>
    <p:sldId id="275" r:id="rId24"/>
    <p:sldId id="277" r:id="rId25"/>
    <p:sldId id="278" r:id="rId26"/>
    <p:sldId id="286" r:id="rId27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3FFD1-E99F-44F3-96A3-874346BFEED2}" v="32" dt="2023-12-04T17:05:53.428"/>
    <p1510:client id="{691545AD-2525-46A7-A551-454254E20FD5}" v="725" dt="2023-12-04T15:11:18.156"/>
    <p1510:client id="{76C4A1A9-89D9-4553-99A4-8FD1FE2E9C65}" v="597" dt="2023-12-03T13:04:17.506"/>
    <p1510:client id="{8D604944-7EB7-44A2-91EA-8C00FF6FD347}" v="17" dt="2023-12-04T09:51:26.485"/>
    <p1510:client id="{B9146F17-CB90-48D0-B962-B6A3A0947FB4}" v="16" dt="2023-12-03T11:24:56.960"/>
    <p1510:client id="{BC9A0D8D-B597-4F53-B652-968AA0DFBBC0}" v="215" dt="2023-12-04T13:55:04.193"/>
    <p1510:client id="{BE4C51C8-E9E2-4EC3-81ED-D0FD8AAAA13C}" v="577" dt="2023-12-04T13:58:50.004"/>
    <p1510:client id="{BF6A4119-0818-4AD7-93AA-E2720569B4E5}" v="45" dt="2023-12-04T18:50:09.068"/>
    <p1510:client id="{E44B2271-5BC7-48B9-BFCB-0AB512B76657}" v="45" dt="2023-12-03T12:51:21.780"/>
    <p1510:client id="{F052DA91-CF73-4E6E-8EDC-7FF4BC227A5C}" v="11" dt="2023-12-03T15:02:56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C024F-BBB6-4A9E-8735-263262D72E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F54A45-8142-4D27-8B30-4208A4B751D2}">
      <dgm:prSet/>
      <dgm:spPr/>
      <dgm:t>
        <a:bodyPr/>
        <a:lstStyle/>
        <a:p>
          <a:r>
            <a:rPr lang="en-US"/>
            <a:t>How does technology affect sleep? Does it even affect it? </a:t>
          </a:r>
        </a:p>
      </dgm:t>
    </dgm:pt>
    <dgm:pt modelId="{94F4C4B3-8E16-4F23-93C6-3941C9F6496B}" type="parTrans" cxnId="{6F6A48A0-E6E5-4926-8F2B-D0E1782321A1}">
      <dgm:prSet/>
      <dgm:spPr/>
      <dgm:t>
        <a:bodyPr/>
        <a:lstStyle/>
        <a:p>
          <a:endParaRPr lang="en-US"/>
        </a:p>
      </dgm:t>
    </dgm:pt>
    <dgm:pt modelId="{4B15F7E3-871E-4416-AFF2-B9F118C0553D}" type="sibTrans" cxnId="{6F6A48A0-E6E5-4926-8F2B-D0E1782321A1}">
      <dgm:prSet/>
      <dgm:spPr/>
      <dgm:t>
        <a:bodyPr/>
        <a:lstStyle/>
        <a:p>
          <a:endParaRPr lang="en-US"/>
        </a:p>
      </dgm:t>
    </dgm:pt>
    <dgm:pt modelId="{351CD157-26A2-4DC9-8F40-5ED9F62D4104}">
      <dgm:prSet/>
      <dgm:spPr/>
      <dgm:t>
        <a:bodyPr/>
        <a:lstStyle/>
        <a:p>
          <a:r>
            <a:rPr lang="en-US"/>
            <a:t>Does the impact that technology use has on sleeping patterns vary between different age groups? </a:t>
          </a:r>
        </a:p>
      </dgm:t>
    </dgm:pt>
    <dgm:pt modelId="{8FD62ED2-13DE-4794-8E7A-3568AB47F2E5}" type="parTrans" cxnId="{41D5C320-3BBB-4CBF-AA37-8991AD105E47}">
      <dgm:prSet/>
      <dgm:spPr/>
      <dgm:t>
        <a:bodyPr/>
        <a:lstStyle/>
        <a:p>
          <a:endParaRPr lang="en-US"/>
        </a:p>
      </dgm:t>
    </dgm:pt>
    <dgm:pt modelId="{39023B56-C0FD-4AF1-842A-2AE9C3C424DF}" type="sibTrans" cxnId="{41D5C320-3BBB-4CBF-AA37-8991AD105E47}">
      <dgm:prSet/>
      <dgm:spPr/>
      <dgm:t>
        <a:bodyPr/>
        <a:lstStyle/>
        <a:p>
          <a:endParaRPr lang="en-US"/>
        </a:p>
      </dgm:t>
    </dgm:pt>
    <dgm:pt modelId="{55CC9921-8783-45E8-9148-E42A65062E2C}" type="pres">
      <dgm:prSet presAssocID="{E1CC024F-BBB6-4A9E-8735-263262D72E83}" presName="root" presStyleCnt="0">
        <dgm:presLayoutVars>
          <dgm:dir/>
          <dgm:resizeHandles val="exact"/>
        </dgm:presLayoutVars>
      </dgm:prSet>
      <dgm:spPr/>
    </dgm:pt>
    <dgm:pt modelId="{9B024E2A-C33C-4512-BAB8-3997E03EE425}" type="pres">
      <dgm:prSet presAssocID="{6FF54A45-8142-4D27-8B30-4208A4B751D2}" presName="compNode" presStyleCnt="0"/>
      <dgm:spPr/>
    </dgm:pt>
    <dgm:pt modelId="{4CA64C01-4263-4CEC-9D86-2E3E9E8A0251}" type="pres">
      <dgm:prSet presAssocID="{6FF54A45-8142-4D27-8B30-4208A4B751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51382C5-4E98-4733-B767-16E3FC76DFD1}" type="pres">
      <dgm:prSet presAssocID="{6FF54A45-8142-4D27-8B30-4208A4B751D2}" presName="spaceRect" presStyleCnt="0"/>
      <dgm:spPr/>
    </dgm:pt>
    <dgm:pt modelId="{C4C877C5-3E22-4696-8791-C3A5C1AC3578}" type="pres">
      <dgm:prSet presAssocID="{6FF54A45-8142-4D27-8B30-4208A4B751D2}" presName="textRect" presStyleLbl="revTx" presStyleIdx="0" presStyleCnt="2">
        <dgm:presLayoutVars>
          <dgm:chMax val="1"/>
          <dgm:chPref val="1"/>
        </dgm:presLayoutVars>
      </dgm:prSet>
      <dgm:spPr/>
    </dgm:pt>
    <dgm:pt modelId="{C1D33490-DF6A-4180-9871-CF392FB01266}" type="pres">
      <dgm:prSet presAssocID="{4B15F7E3-871E-4416-AFF2-B9F118C0553D}" presName="sibTrans" presStyleCnt="0"/>
      <dgm:spPr/>
    </dgm:pt>
    <dgm:pt modelId="{A08F9D53-C191-4CFE-8500-6BD3E6B47790}" type="pres">
      <dgm:prSet presAssocID="{351CD157-26A2-4DC9-8F40-5ED9F62D4104}" presName="compNode" presStyleCnt="0"/>
      <dgm:spPr/>
    </dgm:pt>
    <dgm:pt modelId="{ABF6B9AB-AD75-4CB0-B5FB-F16DC67B0735}" type="pres">
      <dgm:prSet presAssocID="{351CD157-26A2-4DC9-8F40-5ED9F62D410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BE2C1A9C-CD59-44B2-A079-9DC606008AC5}" type="pres">
      <dgm:prSet presAssocID="{351CD157-26A2-4DC9-8F40-5ED9F62D4104}" presName="spaceRect" presStyleCnt="0"/>
      <dgm:spPr/>
    </dgm:pt>
    <dgm:pt modelId="{989C905B-BE2B-4AC1-8856-98A073551FC1}" type="pres">
      <dgm:prSet presAssocID="{351CD157-26A2-4DC9-8F40-5ED9F62D410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9C11000-E3CE-460D-8B06-964D39694A26}" type="presOf" srcId="{6FF54A45-8142-4D27-8B30-4208A4B751D2}" destId="{C4C877C5-3E22-4696-8791-C3A5C1AC3578}" srcOrd="0" destOrd="0" presId="urn:microsoft.com/office/officeart/2018/2/layout/IconLabelList"/>
    <dgm:cxn modelId="{41D5C320-3BBB-4CBF-AA37-8991AD105E47}" srcId="{E1CC024F-BBB6-4A9E-8735-263262D72E83}" destId="{351CD157-26A2-4DC9-8F40-5ED9F62D4104}" srcOrd="1" destOrd="0" parTransId="{8FD62ED2-13DE-4794-8E7A-3568AB47F2E5}" sibTransId="{39023B56-C0FD-4AF1-842A-2AE9C3C424DF}"/>
    <dgm:cxn modelId="{0900F26F-F81C-4A09-9C9B-5CD38CC038E8}" type="presOf" srcId="{351CD157-26A2-4DC9-8F40-5ED9F62D4104}" destId="{989C905B-BE2B-4AC1-8856-98A073551FC1}" srcOrd="0" destOrd="0" presId="urn:microsoft.com/office/officeart/2018/2/layout/IconLabelList"/>
    <dgm:cxn modelId="{3595BD71-72A4-4A60-83EC-719F823DC90E}" type="presOf" srcId="{E1CC024F-BBB6-4A9E-8735-263262D72E83}" destId="{55CC9921-8783-45E8-9148-E42A65062E2C}" srcOrd="0" destOrd="0" presId="urn:microsoft.com/office/officeart/2018/2/layout/IconLabelList"/>
    <dgm:cxn modelId="{6F6A48A0-E6E5-4926-8F2B-D0E1782321A1}" srcId="{E1CC024F-BBB6-4A9E-8735-263262D72E83}" destId="{6FF54A45-8142-4D27-8B30-4208A4B751D2}" srcOrd="0" destOrd="0" parTransId="{94F4C4B3-8E16-4F23-93C6-3941C9F6496B}" sibTransId="{4B15F7E3-871E-4416-AFF2-B9F118C0553D}"/>
    <dgm:cxn modelId="{E5809777-D28B-4983-8207-FF4C4BF66ABA}" type="presParOf" srcId="{55CC9921-8783-45E8-9148-E42A65062E2C}" destId="{9B024E2A-C33C-4512-BAB8-3997E03EE425}" srcOrd="0" destOrd="0" presId="urn:microsoft.com/office/officeart/2018/2/layout/IconLabelList"/>
    <dgm:cxn modelId="{F1A8498E-4867-4302-9B6E-2C132E2B7048}" type="presParOf" srcId="{9B024E2A-C33C-4512-BAB8-3997E03EE425}" destId="{4CA64C01-4263-4CEC-9D86-2E3E9E8A0251}" srcOrd="0" destOrd="0" presId="urn:microsoft.com/office/officeart/2018/2/layout/IconLabelList"/>
    <dgm:cxn modelId="{5454AB0D-F179-43EB-B430-AE1272624F53}" type="presParOf" srcId="{9B024E2A-C33C-4512-BAB8-3997E03EE425}" destId="{451382C5-4E98-4733-B767-16E3FC76DFD1}" srcOrd="1" destOrd="0" presId="urn:microsoft.com/office/officeart/2018/2/layout/IconLabelList"/>
    <dgm:cxn modelId="{7063A66E-734F-481A-B3CD-76EDC63789E7}" type="presParOf" srcId="{9B024E2A-C33C-4512-BAB8-3997E03EE425}" destId="{C4C877C5-3E22-4696-8791-C3A5C1AC3578}" srcOrd="2" destOrd="0" presId="urn:microsoft.com/office/officeart/2018/2/layout/IconLabelList"/>
    <dgm:cxn modelId="{49B56347-436D-49C8-B4DC-8666A52F8399}" type="presParOf" srcId="{55CC9921-8783-45E8-9148-E42A65062E2C}" destId="{C1D33490-DF6A-4180-9871-CF392FB01266}" srcOrd="1" destOrd="0" presId="urn:microsoft.com/office/officeart/2018/2/layout/IconLabelList"/>
    <dgm:cxn modelId="{70D017C2-27F3-407A-B016-7AFE84AF7157}" type="presParOf" srcId="{55CC9921-8783-45E8-9148-E42A65062E2C}" destId="{A08F9D53-C191-4CFE-8500-6BD3E6B47790}" srcOrd="2" destOrd="0" presId="urn:microsoft.com/office/officeart/2018/2/layout/IconLabelList"/>
    <dgm:cxn modelId="{38FEDFFD-ABC0-45BB-8C0A-F93924C2B598}" type="presParOf" srcId="{A08F9D53-C191-4CFE-8500-6BD3E6B47790}" destId="{ABF6B9AB-AD75-4CB0-B5FB-F16DC67B0735}" srcOrd="0" destOrd="0" presId="urn:microsoft.com/office/officeart/2018/2/layout/IconLabelList"/>
    <dgm:cxn modelId="{BC391768-44CD-496C-83A0-5FB0AE77616D}" type="presParOf" srcId="{A08F9D53-C191-4CFE-8500-6BD3E6B47790}" destId="{BE2C1A9C-CD59-44B2-A079-9DC606008AC5}" srcOrd="1" destOrd="0" presId="urn:microsoft.com/office/officeart/2018/2/layout/IconLabelList"/>
    <dgm:cxn modelId="{9C0F2EFE-4E3A-467D-98B2-A59CDF7C8EDC}" type="presParOf" srcId="{A08F9D53-C191-4CFE-8500-6BD3E6B47790}" destId="{989C905B-BE2B-4AC1-8856-98A073551FC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D19B4F-70ED-44D5-86DA-A9C3FCD03E2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3DB3FF5-D949-4489-8870-A5238E6BC950}">
      <dgm:prSet/>
      <dgm:spPr/>
      <dgm:t>
        <a:bodyPr/>
        <a:lstStyle/>
        <a:p>
          <a:pPr>
            <a:defRPr cap="all"/>
          </a:pPr>
          <a:r>
            <a:rPr lang="ru-RU"/>
            <a:t>Create a dedicated space for electronics</a:t>
          </a:r>
          <a:endParaRPr lang="en-US"/>
        </a:p>
      </dgm:t>
    </dgm:pt>
    <dgm:pt modelId="{21FC05AD-3A90-483B-B044-FAC319793944}" type="parTrans" cxnId="{77BDF551-59F4-4250-BE77-D397B9EAFE3C}">
      <dgm:prSet/>
      <dgm:spPr/>
      <dgm:t>
        <a:bodyPr/>
        <a:lstStyle/>
        <a:p>
          <a:endParaRPr lang="en-US"/>
        </a:p>
      </dgm:t>
    </dgm:pt>
    <dgm:pt modelId="{D982C283-B565-4397-9D4E-4FAD7FFFE881}" type="sibTrans" cxnId="{77BDF551-59F4-4250-BE77-D397B9EAFE3C}">
      <dgm:prSet/>
      <dgm:spPr/>
      <dgm:t>
        <a:bodyPr/>
        <a:lstStyle/>
        <a:p>
          <a:endParaRPr lang="en-US"/>
        </a:p>
      </dgm:t>
    </dgm:pt>
    <dgm:pt modelId="{7A170FCD-5C34-4B93-9D82-40988FC2199B}">
      <dgm:prSet/>
      <dgm:spPr/>
      <dgm:t>
        <a:bodyPr/>
        <a:lstStyle/>
        <a:p>
          <a:pPr>
            <a:defRPr cap="all"/>
          </a:pPr>
          <a:r>
            <a:rPr lang="ru-RU"/>
            <a:t>Avoid using them for an hour before bedtime</a:t>
          </a:r>
          <a:endParaRPr lang="en-US"/>
        </a:p>
      </dgm:t>
    </dgm:pt>
    <dgm:pt modelId="{B05FF8C3-3F99-4206-BECC-46CFD58B767F}" type="parTrans" cxnId="{514502C3-E8BC-4CD9-8DC3-DB285B9A2CA2}">
      <dgm:prSet/>
      <dgm:spPr/>
      <dgm:t>
        <a:bodyPr/>
        <a:lstStyle/>
        <a:p>
          <a:endParaRPr lang="en-US"/>
        </a:p>
      </dgm:t>
    </dgm:pt>
    <dgm:pt modelId="{898898C4-9586-4FB2-BABF-CB3C4EDFA062}" type="sibTrans" cxnId="{514502C3-E8BC-4CD9-8DC3-DB285B9A2CA2}">
      <dgm:prSet/>
      <dgm:spPr/>
      <dgm:t>
        <a:bodyPr/>
        <a:lstStyle/>
        <a:p>
          <a:endParaRPr lang="en-US"/>
        </a:p>
      </dgm:t>
    </dgm:pt>
    <dgm:pt modelId="{0261E860-8039-4FF0-BB75-110E7059CA55}">
      <dgm:prSet/>
      <dgm:spPr/>
      <dgm:t>
        <a:bodyPr/>
        <a:lstStyle/>
        <a:p>
          <a:pPr>
            <a:defRPr cap="all"/>
          </a:pPr>
          <a:r>
            <a:rPr lang="ru-RU"/>
            <a:t>Try to silence notifications</a:t>
          </a:r>
          <a:endParaRPr lang="en-US"/>
        </a:p>
      </dgm:t>
    </dgm:pt>
    <dgm:pt modelId="{1CF6D083-5DD8-42B9-875C-66CE9E310689}" type="parTrans" cxnId="{E97702B6-55E9-4431-885B-8BC524B9F38C}">
      <dgm:prSet/>
      <dgm:spPr/>
      <dgm:t>
        <a:bodyPr/>
        <a:lstStyle/>
        <a:p>
          <a:endParaRPr lang="en-US"/>
        </a:p>
      </dgm:t>
    </dgm:pt>
    <dgm:pt modelId="{1F69A015-3214-43C7-99F1-961FB0F250E5}" type="sibTrans" cxnId="{E97702B6-55E9-4431-885B-8BC524B9F38C}">
      <dgm:prSet/>
      <dgm:spPr/>
      <dgm:t>
        <a:bodyPr/>
        <a:lstStyle/>
        <a:p>
          <a:endParaRPr lang="en-US"/>
        </a:p>
      </dgm:t>
    </dgm:pt>
    <dgm:pt modelId="{D3C5BFAE-F358-4D5D-BCDC-9F5D793CF77F}">
      <dgm:prSet/>
      <dgm:spPr/>
      <dgm:t>
        <a:bodyPr/>
        <a:lstStyle/>
        <a:p>
          <a:pPr>
            <a:defRPr cap="all"/>
          </a:pPr>
          <a:r>
            <a:rPr lang="ru-RU"/>
            <a:t>Keep something to read nearby</a:t>
          </a:r>
          <a:endParaRPr lang="en-US"/>
        </a:p>
      </dgm:t>
    </dgm:pt>
    <dgm:pt modelId="{9538EB60-1ACC-49E9-B305-E0E6B40750DF}" type="parTrans" cxnId="{99A03E48-71D8-4B12-9783-C40E14E8CF68}">
      <dgm:prSet/>
      <dgm:spPr/>
      <dgm:t>
        <a:bodyPr/>
        <a:lstStyle/>
        <a:p>
          <a:endParaRPr lang="en-US"/>
        </a:p>
      </dgm:t>
    </dgm:pt>
    <dgm:pt modelId="{1E035887-28E8-404B-AF00-29F0448018B5}" type="sibTrans" cxnId="{99A03E48-71D8-4B12-9783-C40E14E8CF68}">
      <dgm:prSet/>
      <dgm:spPr/>
      <dgm:t>
        <a:bodyPr/>
        <a:lstStyle/>
        <a:p>
          <a:endParaRPr lang="en-US"/>
        </a:p>
      </dgm:t>
    </dgm:pt>
    <dgm:pt modelId="{D642F550-055A-49FE-BC0C-A2E7BD5E6BBD}">
      <dgm:prSet/>
      <dgm:spPr/>
      <dgm:t>
        <a:bodyPr/>
        <a:lstStyle/>
        <a:p>
          <a:pPr>
            <a:defRPr cap="all"/>
          </a:pPr>
          <a:r>
            <a:rPr lang="ru-RU"/>
            <a:t>Resist the urge to check devices when you wake up at night</a:t>
          </a:r>
          <a:endParaRPr lang="en-US"/>
        </a:p>
      </dgm:t>
    </dgm:pt>
    <dgm:pt modelId="{DBF89BC8-97A8-4B9A-9746-75C994D600A6}" type="parTrans" cxnId="{0D57CB7C-9583-4B37-9E93-FA16A49DC62E}">
      <dgm:prSet/>
      <dgm:spPr/>
      <dgm:t>
        <a:bodyPr/>
        <a:lstStyle/>
        <a:p>
          <a:endParaRPr lang="en-US"/>
        </a:p>
      </dgm:t>
    </dgm:pt>
    <dgm:pt modelId="{D3429F95-8DC6-4265-B7E4-981208E9642B}" type="sibTrans" cxnId="{0D57CB7C-9583-4B37-9E93-FA16A49DC62E}">
      <dgm:prSet/>
      <dgm:spPr/>
      <dgm:t>
        <a:bodyPr/>
        <a:lstStyle/>
        <a:p>
          <a:endParaRPr lang="en-US"/>
        </a:p>
      </dgm:t>
    </dgm:pt>
    <dgm:pt modelId="{F6DCD827-B080-4F95-B69A-2CF4E1456811}">
      <dgm:prSet/>
      <dgm:spPr/>
      <dgm:t>
        <a:bodyPr/>
        <a:lstStyle/>
        <a:p>
          <a:pPr>
            <a:defRPr cap="all"/>
          </a:pPr>
          <a:r>
            <a:rPr lang="ru-RU"/>
            <a:t>Reward yourself</a:t>
          </a:r>
          <a:endParaRPr lang="en-US"/>
        </a:p>
      </dgm:t>
    </dgm:pt>
    <dgm:pt modelId="{DEA6EA10-21D9-411D-8BAD-A050AB94F590}" type="parTrans" cxnId="{3DD77854-AB2A-4D1C-9839-6585B6F6D441}">
      <dgm:prSet/>
      <dgm:spPr/>
      <dgm:t>
        <a:bodyPr/>
        <a:lstStyle/>
        <a:p>
          <a:endParaRPr lang="en-US"/>
        </a:p>
      </dgm:t>
    </dgm:pt>
    <dgm:pt modelId="{522CD79B-837D-446D-896A-B29EDEDA4FF4}" type="sibTrans" cxnId="{3DD77854-AB2A-4D1C-9839-6585B6F6D441}">
      <dgm:prSet/>
      <dgm:spPr/>
      <dgm:t>
        <a:bodyPr/>
        <a:lstStyle/>
        <a:p>
          <a:endParaRPr lang="en-US"/>
        </a:p>
      </dgm:t>
    </dgm:pt>
    <dgm:pt modelId="{CB0E833E-3E0A-47A3-B052-C96C11CBE94C}" type="pres">
      <dgm:prSet presAssocID="{8BD19B4F-70ED-44D5-86DA-A9C3FCD03E2E}" presName="root" presStyleCnt="0">
        <dgm:presLayoutVars>
          <dgm:dir/>
          <dgm:resizeHandles val="exact"/>
        </dgm:presLayoutVars>
      </dgm:prSet>
      <dgm:spPr/>
    </dgm:pt>
    <dgm:pt modelId="{76E8F60C-E09D-4A81-9327-B8DD426183AE}" type="pres">
      <dgm:prSet presAssocID="{63DB3FF5-D949-4489-8870-A5238E6BC950}" presName="compNode" presStyleCnt="0"/>
      <dgm:spPr/>
    </dgm:pt>
    <dgm:pt modelId="{8B3BD00B-382F-4A99-892F-FEB151E103E0}" type="pres">
      <dgm:prSet presAssocID="{63DB3FF5-D949-4489-8870-A5238E6BC950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9DE9FCB-3139-4166-A19D-35158FD59FBF}" type="pres">
      <dgm:prSet presAssocID="{63DB3FF5-D949-4489-8870-A5238E6BC95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нитор"/>
        </a:ext>
      </dgm:extLst>
    </dgm:pt>
    <dgm:pt modelId="{0F979E37-9C39-415E-B61F-DCE370ABDE1C}" type="pres">
      <dgm:prSet presAssocID="{63DB3FF5-D949-4489-8870-A5238E6BC950}" presName="spaceRect" presStyleCnt="0"/>
      <dgm:spPr/>
    </dgm:pt>
    <dgm:pt modelId="{C5032447-3F27-48B5-BD03-FF5B898C553C}" type="pres">
      <dgm:prSet presAssocID="{63DB3FF5-D949-4489-8870-A5238E6BC950}" presName="textRect" presStyleLbl="revTx" presStyleIdx="0" presStyleCnt="6">
        <dgm:presLayoutVars>
          <dgm:chMax val="1"/>
          <dgm:chPref val="1"/>
        </dgm:presLayoutVars>
      </dgm:prSet>
      <dgm:spPr/>
    </dgm:pt>
    <dgm:pt modelId="{74255E02-4001-4DB3-979D-8A54A8A9C5C6}" type="pres">
      <dgm:prSet presAssocID="{D982C283-B565-4397-9D4E-4FAD7FFFE881}" presName="sibTrans" presStyleCnt="0"/>
      <dgm:spPr/>
    </dgm:pt>
    <dgm:pt modelId="{03CE4F5A-8058-4FB5-BB90-A311B14499E4}" type="pres">
      <dgm:prSet presAssocID="{7A170FCD-5C34-4B93-9D82-40988FC2199B}" presName="compNode" presStyleCnt="0"/>
      <dgm:spPr/>
    </dgm:pt>
    <dgm:pt modelId="{DCEF8FAA-E151-4CA9-A7AE-81A3ABFCF606}" type="pres">
      <dgm:prSet presAssocID="{7A170FCD-5C34-4B93-9D82-40988FC2199B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A7BA9A5-3A48-441F-A1CA-85495E637502}" type="pres">
      <dgm:prSet presAssocID="{7A170FCD-5C34-4B93-9D82-40988FC2199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Часы"/>
        </a:ext>
      </dgm:extLst>
    </dgm:pt>
    <dgm:pt modelId="{5A7C9BC9-1BBD-473C-8CB4-1FFEDF6ABE67}" type="pres">
      <dgm:prSet presAssocID="{7A170FCD-5C34-4B93-9D82-40988FC2199B}" presName="spaceRect" presStyleCnt="0"/>
      <dgm:spPr/>
    </dgm:pt>
    <dgm:pt modelId="{47EBAE81-DCDD-4B4E-95EE-3FE01CE36B07}" type="pres">
      <dgm:prSet presAssocID="{7A170FCD-5C34-4B93-9D82-40988FC2199B}" presName="textRect" presStyleLbl="revTx" presStyleIdx="1" presStyleCnt="6">
        <dgm:presLayoutVars>
          <dgm:chMax val="1"/>
          <dgm:chPref val="1"/>
        </dgm:presLayoutVars>
      </dgm:prSet>
      <dgm:spPr/>
    </dgm:pt>
    <dgm:pt modelId="{826ACB61-1871-472B-9AA4-FDE9669D8943}" type="pres">
      <dgm:prSet presAssocID="{898898C4-9586-4FB2-BABF-CB3C4EDFA062}" presName="sibTrans" presStyleCnt="0"/>
      <dgm:spPr/>
    </dgm:pt>
    <dgm:pt modelId="{9CB0ED08-768B-4D6A-AA5B-BACE3E79BB91}" type="pres">
      <dgm:prSet presAssocID="{0261E860-8039-4FF0-BB75-110E7059CA55}" presName="compNode" presStyleCnt="0"/>
      <dgm:spPr/>
    </dgm:pt>
    <dgm:pt modelId="{39491718-52A8-4720-A9BE-2AFAA23F1D88}" type="pres">
      <dgm:prSet presAssocID="{0261E860-8039-4FF0-BB75-110E7059CA55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57FB99B-32E4-4733-9973-E09C31F85B07}" type="pres">
      <dgm:prSet presAssocID="{0261E860-8039-4FF0-BB75-110E7059CA5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Ringer"/>
        </a:ext>
      </dgm:extLst>
    </dgm:pt>
    <dgm:pt modelId="{7C96F88D-1AB8-4CBA-94E3-F7FFA4E141C0}" type="pres">
      <dgm:prSet presAssocID="{0261E860-8039-4FF0-BB75-110E7059CA55}" presName="spaceRect" presStyleCnt="0"/>
      <dgm:spPr/>
    </dgm:pt>
    <dgm:pt modelId="{7413E6D5-5667-4B12-848A-8CD8CCEA1389}" type="pres">
      <dgm:prSet presAssocID="{0261E860-8039-4FF0-BB75-110E7059CA55}" presName="textRect" presStyleLbl="revTx" presStyleIdx="2" presStyleCnt="6">
        <dgm:presLayoutVars>
          <dgm:chMax val="1"/>
          <dgm:chPref val="1"/>
        </dgm:presLayoutVars>
      </dgm:prSet>
      <dgm:spPr/>
    </dgm:pt>
    <dgm:pt modelId="{34E168D9-E8F1-4116-8F0F-B991591815AD}" type="pres">
      <dgm:prSet presAssocID="{1F69A015-3214-43C7-99F1-961FB0F250E5}" presName="sibTrans" presStyleCnt="0"/>
      <dgm:spPr/>
    </dgm:pt>
    <dgm:pt modelId="{543766B0-EA42-4336-9508-E72A70E30E6A}" type="pres">
      <dgm:prSet presAssocID="{D3C5BFAE-F358-4D5D-BCDC-9F5D793CF77F}" presName="compNode" presStyleCnt="0"/>
      <dgm:spPr/>
    </dgm:pt>
    <dgm:pt modelId="{2FFF0109-2016-43F2-9D30-FBDCAEC1E1F3}" type="pres">
      <dgm:prSet presAssocID="{D3C5BFAE-F358-4D5D-BCDC-9F5D793CF77F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CCC06BB-6B2E-4D5D-94AA-9C92C7E3012A}" type="pres">
      <dgm:prSet presAssocID="{D3C5BFAE-F358-4D5D-BCDC-9F5D793CF77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аркер"/>
        </a:ext>
      </dgm:extLst>
    </dgm:pt>
    <dgm:pt modelId="{8B25175E-D98D-4C67-AF5B-536339949789}" type="pres">
      <dgm:prSet presAssocID="{D3C5BFAE-F358-4D5D-BCDC-9F5D793CF77F}" presName="spaceRect" presStyleCnt="0"/>
      <dgm:spPr/>
    </dgm:pt>
    <dgm:pt modelId="{A820D304-A94B-414A-92A0-5F6ADB22775D}" type="pres">
      <dgm:prSet presAssocID="{D3C5BFAE-F358-4D5D-BCDC-9F5D793CF77F}" presName="textRect" presStyleLbl="revTx" presStyleIdx="3" presStyleCnt="6">
        <dgm:presLayoutVars>
          <dgm:chMax val="1"/>
          <dgm:chPref val="1"/>
        </dgm:presLayoutVars>
      </dgm:prSet>
      <dgm:spPr/>
    </dgm:pt>
    <dgm:pt modelId="{13E2337B-FD57-46F0-B8D0-41EC938A1E8C}" type="pres">
      <dgm:prSet presAssocID="{1E035887-28E8-404B-AF00-29F0448018B5}" presName="sibTrans" presStyleCnt="0"/>
      <dgm:spPr/>
    </dgm:pt>
    <dgm:pt modelId="{F0D8362C-1DBC-4B98-A156-C2C821ACFCBB}" type="pres">
      <dgm:prSet presAssocID="{D642F550-055A-49FE-BC0C-A2E7BD5E6BBD}" presName="compNode" presStyleCnt="0"/>
      <dgm:spPr/>
    </dgm:pt>
    <dgm:pt modelId="{F428DE07-9A5A-404A-A31C-4E03AA29DAFB}" type="pres">
      <dgm:prSet presAssocID="{D642F550-055A-49FE-BC0C-A2E7BD5E6BBD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F453954-777D-43CB-BDD9-FC3D90D7AB8D}" type="pres">
      <dgm:prSet presAssocID="{D642F550-055A-49FE-BC0C-A2E7BD5E6BB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CE4DE9D1-73BE-4321-B121-FA737BFD837F}" type="pres">
      <dgm:prSet presAssocID="{D642F550-055A-49FE-BC0C-A2E7BD5E6BBD}" presName="spaceRect" presStyleCnt="0"/>
      <dgm:spPr/>
    </dgm:pt>
    <dgm:pt modelId="{7152DE1B-C723-44E4-BFEF-12E056A52CBB}" type="pres">
      <dgm:prSet presAssocID="{D642F550-055A-49FE-BC0C-A2E7BD5E6BBD}" presName="textRect" presStyleLbl="revTx" presStyleIdx="4" presStyleCnt="6">
        <dgm:presLayoutVars>
          <dgm:chMax val="1"/>
          <dgm:chPref val="1"/>
        </dgm:presLayoutVars>
      </dgm:prSet>
      <dgm:spPr/>
    </dgm:pt>
    <dgm:pt modelId="{3328873D-97DD-4695-B347-A1237AAB1F0E}" type="pres">
      <dgm:prSet presAssocID="{D3429F95-8DC6-4265-B7E4-981208E9642B}" presName="sibTrans" presStyleCnt="0"/>
      <dgm:spPr/>
    </dgm:pt>
    <dgm:pt modelId="{E5C848E8-B76E-40DD-93FF-630FF0F2570F}" type="pres">
      <dgm:prSet presAssocID="{F6DCD827-B080-4F95-B69A-2CF4E1456811}" presName="compNode" presStyleCnt="0"/>
      <dgm:spPr/>
    </dgm:pt>
    <dgm:pt modelId="{673C3FBD-DCCD-4645-BB14-ABF0FAEF5E6B}" type="pres">
      <dgm:prSet presAssocID="{F6DCD827-B080-4F95-B69A-2CF4E1456811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FAC4A0F-2819-487D-BE76-47AF9E34A381}" type="pres">
      <dgm:prSet presAssocID="{F6DCD827-B080-4F95-B69A-2CF4E145681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убок"/>
        </a:ext>
      </dgm:extLst>
    </dgm:pt>
    <dgm:pt modelId="{29ABC1F2-C529-4B06-BE71-AC6570BD5D5F}" type="pres">
      <dgm:prSet presAssocID="{F6DCD827-B080-4F95-B69A-2CF4E1456811}" presName="spaceRect" presStyleCnt="0"/>
      <dgm:spPr/>
    </dgm:pt>
    <dgm:pt modelId="{0ED6972D-552B-4817-BEE3-69B985A1D7BB}" type="pres">
      <dgm:prSet presAssocID="{F6DCD827-B080-4F95-B69A-2CF4E145681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BED1227-E6B9-46D9-9964-202766A6BA0C}" type="presOf" srcId="{63DB3FF5-D949-4489-8870-A5238E6BC950}" destId="{C5032447-3F27-48B5-BD03-FF5B898C553C}" srcOrd="0" destOrd="0" presId="urn:microsoft.com/office/officeart/2018/5/layout/IconLeafLabelList"/>
    <dgm:cxn modelId="{FEAE9830-86AD-4869-9520-A72122D4EBA0}" type="presOf" srcId="{7A170FCD-5C34-4B93-9D82-40988FC2199B}" destId="{47EBAE81-DCDD-4B4E-95EE-3FE01CE36B07}" srcOrd="0" destOrd="0" presId="urn:microsoft.com/office/officeart/2018/5/layout/IconLeafLabelList"/>
    <dgm:cxn modelId="{E2A91F34-EEC7-4ABF-B1B1-3FA2CD14D2DF}" type="presOf" srcId="{0261E860-8039-4FF0-BB75-110E7059CA55}" destId="{7413E6D5-5667-4B12-848A-8CD8CCEA1389}" srcOrd="0" destOrd="0" presId="urn:microsoft.com/office/officeart/2018/5/layout/IconLeafLabelList"/>
    <dgm:cxn modelId="{99A03E48-71D8-4B12-9783-C40E14E8CF68}" srcId="{8BD19B4F-70ED-44D5-86DA-A9C3FCD03E2E}" destId="{D3C5BFAE-F358-4D5D-BCDC-9F5D793CF77F}" srcOrd="3" destOrd="0" parTransId="{9538EB60-1ACC-49E9-B305-E0E6B40750DF}" sibTransId="{1E035887-28E8-404B-AF00-29F0448018B5}"/>
    <dgm:cxn modelId="{77BDF551-59F4-4250-BE77-D397B9EAFE3C}" srcId="{8BD19B4F-70ED-44D5-86DA-A9C3FCD03E2E}" destId="{63DB3FF5-D949-4489-8870-A5238E6BC950}" srcOrd="0" destOrd="0" parTransId="{21FC05AD-3A90-483B-B044-FAC319793944}" sibTransId="{D982C283-B565-4397-9D4E-4FAD7FFFE881}"/>
    <dgm:cxn modelId="{3DD77854-AB2A-4D1C-9839-6585B6F6D441}" srcId="{8BD19B4F-70ED-44D5-86DA-A9C3FCD03E2E}" destId="{F6DCD827-B080-4F95-B69A-2CF4E1456811}" srcOrd="5" destOrd="0" parTransId="{DEA6EA10-21D9-411D-8BAD-A050AB94F590}" sibTransId="{522CD79B-837D-446D-896A-B29EDEDA4FF4}"/>
    <dgm:cxn modelId="{5842607B-3F2D-4AC1-BCC1-867A678C1B50}" type="presOf" srcId="{D642F550-055A-49FE-BC0C-A2E7BD5E6BBD}" destId="{7152DE1B-C723-44E4-BFEF-12E056A52CBB}" srcOrd="0" destOrd="0" presId="urn:microsoft.com/office/officeart/2018/5/layout/IconLeafLabelList"/>
    <dgm:cxn modelId="{0D57CB7C-9583-4B37-9E93-FA16A49DC62E}" srcId="{8BD19B4F-70ED-44D5-86DA-A9C3FCD03E2E}" destId="{D642F550-055A-49FE-BC0C-A2E7BD5E6BBD}" srcOrd="4" destOrd="0" parTransId="{DBF89BC8-97A8-4B9A-9746-75C994D600A6}" sibTransId="{D3429F95-8DC6-4265-B7E4-981208E9642B}"/>
    <dgm:cxn modelId="{D3F69D9C-E6A4-4189-A5B9-0EEF3810AF04}" type="presOf" srcId="{D3C5BFAE-F358-4D5D-BCDC-9F5D793CF77F}" destId="{A820D304-A94B-414A-92A0-5F6ADB22775D}" srcOrd="0" destOrd="0" presId="urn:microsoft.com/office/officeart/2018/5/layout/IconLeafLabelList"/>
    <dgm:cxn modelId="{E97702B6-55E9-4431-885B-8BC524B9F38C}" srcId="{8BD19B4F-70ED-44D5-86DA-A9C3FCD03E2E}" destId="{0261E860-8039-4FF0-BB75-110E7059CA55}" srcOrd="2" destOrd="0" parTransId="{1CF6D083-5DD8-42B9-875C-66CE9E310689}" sibTransId="{1F69A015-3214-43C7-99F1-961FB0F250E5}"/>
    <dgm:cxn modelId="{7215A1BA-6E5B-4C78-B31A-DBA60B1C989D}" type="presOf" srcId="{F6DCD827-B080-4F95-B69A-2CF4E1456811}" destId="{0ED6972D-552B-4817-BEE3-69B985A1D7BB}" srcOrd="0" destOrd="0" presId="urn:microsoft.com/office/officeart/2018/5/layout/IconLeafLabelList"/>
    <dgm:cxn modelId="{514502C3-E8BC-4CD9-8DC3-DB285B9A2CA2}" srcId="{8BD19B4F-70ED-44D5-86DA-A9C3FCD03E2E}" destId="{7A170FCD-5C34-4B93-9D82-40988FC2199B}" srcOrd="1" destOrd="0" parTransId="{B05FF8C3-3F99-4206-BECC-46CFD58B767F}" sibTransId="{898898C4-9586-4FB2-BABF-CB3C4EDFA062}"/>
    <dgm:cxn modelId="{0C6316EE-1090-40FB-89F6-DAEE79068710}" type="presOf" srcId="{8BD19B4F-70ED-44D5-86DA-A9C3FCD03E2E}" destId="{CB0E833E-3E0A-47A3-B052-C96C11CBE94C}" srcOrd="0" destOrd="0" presId="urn:microsoft.com/office/officeart/2018/5/layout/IconLeafLabelList"/>
    <dgm:cxn modelId="{96741395-1AC8-450B-A7A4-344024AB9880}" type="presParOf" srcId="{CB0E833E-3E0A-47A3-B052-C96C11CBE94C}" destId="{76E8F60C-E09D-4A81-9327-B8DD426183AE}" srcOrd="0" destOrd="0" presId="urn:microsoft.com/office/officeart/2018/5/layout/IconLeafLabelList"/>
    <dgm:cxn modelId="{F8E1E248-DD02-4AEF-B9E8-5E48B2A8CC8C}" type="presParOf" srcId="{76E8F60C-E09D-4A81-9327-B8DD426183AE}" destId="{8B3BD00B-382F-4A99-892F-FEB151E103E0}" srcOrd="0" destOrd="0" presId="urn:microsoft.com/office/officeart/2018/5/layout/IconLeafLabelList"/>
    <dgm:cxn modelId="{8BA1FA03-496F-432C-99BC-1BDB59A59DA6}" type="presParOf" srcId="{76E8F60C-E09D-4A81-9327-B8DD426183AE}" destId="{B9DE9FCB-3139-4166-A19D-35158FD59FBF}" srcOrd="1" destOrd="0" presId="urn:microsoft.com/office/officeart/2018/5/layout/IconLeafLabelList"/>
    <dgm:cxn modelId="{CB89FB00-9EB2-445B-9710-A8B8E83B3D0E}" type="presParOf" srcId="{76E8F60C-E09D-4A81-9327-B8DD426183AE}" destId="{0F979E37-9C39-415E-B61F-DCE370ABDE1C}" srcOrd="2" destOrd="0" presId="urn:microsoft.com/office/officeart/2018/5/layout/IconLeafLabelList"/>
    <dgm:cxn modelId="{34E99EEB-6889-4A33-867B-E7C801CFE787}" type="presParOf" srcId="{76E8F60C-E09D-4A81-9327-B8DD426183AE}" destId="{C5032447-3F27-48B5-BD03-FF5B898C553C}" srcOrd="3" destOrd="0" presId="urn:microsoft.com/office/officeart/2018/5/layout/IconLeafLabelList"/>
    <dgm:cxn modelId="{50139242-013E-4DF8-A08A-027B7DA620FA}" type="presParOf" srcId="{CB0E833E-3E0A-47A3-B052-C96C11CBE94C}" destId="{74255E02-4001-4DB3-979D-8A54A8A9C5C6}" srcOrd="1" destOrd="0" presId="urn:microsoft.com/office/officeart/2018/5/layout/IconLeafLabelList"/>
    <dgm:cxn modelId="{E79F620F-A52C-4C1B-8670-EDFED76C7B70}" type="presParOf" srcId="{CB0E833E-3E0A-47A3-B052-C96C11CBE94C}" destId="{03CE4F5A-8058-4FB5-BB90-A311B14499E4}" srcOrd="2" destOrd="0" presId="urn:microsoft.com/office/officeart/2018/5/layout/IconLeafLabelList"/>
    <dgm:cxn modelId="{40978622-0705-40F4-BE63-6230DCD44FC0}" type="presParOf" srcId="{03CE4F5A-8058-4FB5-BB90-A311B14499E4}" destId="{DCEF8FAA-E151-4CA9-A7AE-81A3ABFCF606}" srcOrd="0" destOrd="0" presId="urn:microsoft.com/office/officeart/2018/5/layout/IconLeafLabelList"/>
    <dgm:cxn modelId="{3EEC8F03-9FAB-4E8F-B3E6-0E8CB216A9F2}" type="presParOf" srcId="{03CE4F5A-8058-4FB5-BB90-A311B14499E4}" destId="{3A7BA9A5-3A48-441F-A1CA-85495E637502}" srcOrd="1" destOrd="0" presId="urn:microsoft.com/office/officeart/2018/5/layout/IconLeafLabelList"/>
    <dgm:cxn modelId="{1C9432DE-02CD-4E95-9261-742F84812AF8}" type="presParOf" srcId="{03CE4F5A-8058-4FB5-BB90-A311B14499E4}" destId="{5A7C9BC9-1BBD-473C-8CB4-1FFEDF6ABE67}" srcOrd="2" destOrd="0" presId="urn:microsoft.com/office/officeart/2018/5/layout/IconLeafLabelList"/>
    <dgm:cxn modelId="{FF91943D-8FFE-43E0-83AF-5706E65672BB}" type="presParOf" srcId="{03CE4F5A-8058-4FB5-BB90-A311B14499E4}" destId="{47EBAE81-DCDD-4B4E-95EE-3FE01CE36B07}" srcOrd="3" destOrd="0" presId="urn:microsoft.com/office/officeart/2018/5/layout/IconLeafLabelList"/>
    <dgm:cxn modelId="{69636294-0930-4B7C-A483-582A473A6E0A}" type="presParOf" srcId="{CB0E833E-3E0A-47A3-B052-C96C11CBE94C}" destId="{826ACB61-1871-472B-9AA4-FDE9669D8943}" srcOrd="3" destOrd="0" presId="urn:microsoft.com/office/officeart/2018/5/layout/IconLeafLabelList"/>
    <dgm:cxn modelId="{DCDDD8CB-4CA7-48F8-A5B3-291291BB5E71}" type="presParOf" srcId="{CB0E833E-3E0A-47A3-B052-C96C11CBE94C}" destId="{9CB0ED08-768B-4D6A-AA5B-BACE3E79BB91}" srcOrd="4" destOrd="0" presId="urn:microsoft.com/office/officeart/2018/5/layout/IconLeafLabelList"/>
    <dgm:cxn modelId="{6F837F84-B453-4002-B87B-AB448FF5E20E}" type="presParOf" srcId="{9CB0ED08-768B-4D6A-AA5B-BACE3E79BB91}" destId="{39491718-52A8-4720-A9BE-2AFAA23F1D88}" srcOrd="0" destOrd="0" presId="urn:microsoft.com/office/officeart/2018/5/layout/IconLeafLabelList"/>
    <dgm:cxn modelId="{A52BE7F3-BEC4-4CB3-9825-F94D4F1EAE2D}" type="presParOf" srcId="{9CB0ED08-768B-4D6A-AA5B-BACE3E79BB91}" destId="{257FB99B-32E4-4733-9973-E09C31F85B07}" srcOrd="1" destOrd="0" presId="urn:microsoft.com/office/officeart/2018/5/layout/IconLeafLabelList"/>
    <dgm:cxn modelId="{5AC364CF-284A-421D-AFFE-38E6BA83EC32}" type="presParOf" srcId="{9CB0ED08-768B-4D6A-AA5B-BACE3E79BB91}" destId="{7C96F88D-1AB8-4CBA-94E3-F7FFA4E141C0}" srcOrd="2" destOrd="0" presId="urn:microsoft.com/office/officeart/2018/5/layout/IconLeafLabelList"/>
    <dgm:cxn modelId="{37EC4644-C2BD-43EB-9B23-D256EE6F5C03}" type="presParOf" srcId="{9CB0ED08-768B-4D6A-AA5B-BACE3E79BB91}" destId="{7413E6D5-5667-4B12-848A-8CD8CCEA1389}" srcOrd="3" destOrd="0" presId="urn:microsoft.com/office/officeart/2018/5/layout/IconLeafLabelList"/>
    <dgm:cxn modelId="{257A71AB-327D-4CCD-830A-394C189DEB8D}" type="presParOf" srcId="{CB0E833E-3E0A-47A3-B052-C96C11CBE94C}" destId="{34E168D9-E8F1-4116-8F0F-B991591815AD}" srcOrd="5" destOrd="0" presId="urn:microsoft.com/office/officeart/2018/5/layout/IconLeafLabelList"/>
    <dgm:cxn modelId="{5564B8AC-CBD7-4BE2-850D-49A773DD2572}" type="presParOf" srcId="{CB0E833E-3E0A-47A3-B052-C96C11CBE94C}" destId="{543766B0-EA42-4336-9508-E72A70E30E6A}" srcOrd="6" destOrd="0" presId="urn:microsoft.com/office/officeart/2018/5/layout/IconLeafLabelList"/>
    <dgm:cxn modelId="{BA5FB243-8C43-48DE-A5A4-B37704D127B2}" type="presParOf" srcId="{543766B0-EA42-4336-9508-E72A70E30E6A}" destId="{2FFF0109-2016-43F2-9D30-FBDCAEC1E1F3}" srcOrd="0" destOrd="0" presId="urn:microsoft.com/office/officeart/2018/5/layout/IconLeafLabelList"/>
    <dgm:cxn modelId="{96E4DFCF-FBD7-48F9-B5B7-E73D45151676}" type="presParOf" srcId="{543766B0-EA42-4336-9508-E72A70E30E6A}" destId="{DCCC06BB-6B2E-4D5D-94AA-9C92C7E3012A}" srcOrd="1" destOrd="0" presId="urn:microsoft.com/office/officeart/2018/5/layout/IconLeafLabelList"/>
    <dgm:cxn modelId="{34F7A221-6503-4CC2-B543-190AAE8ACCBF}" type="presParOf" srcId="{543766B0-EA42-4336-9508-E72A70E30E6A}" destId="{8B25175E-D98D-4C67-AF5B-536339949789}" srcOrd="2" destOrd="0" presId="urn:microsoft.com/office/officeart/2018/5/layout/IconLeafLabelList"/>
    <dgm:cxn modelId="{E71B1C83-E8AB-4129-8DD3-A6BA8F48976D}" type="presParOf" srcId="{543766B0-EA42-4336-9508-E72A70E30E6A}" destId="{A820D304-A94B-414A-92A0-5F6ADB22775D}" srcOrd="3" destOrd="0" presId="urn:microsoft.com/office/officeart/2018/5/layout/IconLeafLabelList"/>
    <dgm:cxn modelId="{F27B2440-4D14-4F71-9393-0B712D4F095D}" type="presParOf" srcId="{CB0E833E-3E0A-47A3-B052-C96C11CBE94C}" destId="{13E2337B-FD57-46F0-B8D0-41EC938A1E8C}" srcOrd="7" destOrd="0" presId="urn:microsoft.com/office/officeart/2018/5/layout/IconLeafLabelList"/>
    <dgm:cxn modelId="{122386FE-078B-4B6A-92FD-66C27F3105DC}" type="presParOf" srcId="{CB0E833E-3E0A-47A3-B052-C96C11CBE94C}" destId="{F0D8362C-1DBC-4B98-A156-C2C821ACFCBB}" srcOrd="8" destOrd="0" presId="urn:microsoft.com/office/officeart/2018/5/layout/IconLeafLabelList"/>
    <dgm:cxn modelId="{92C9B0CB-76DD-47F1-80C6-E208BB154D3E}" type="presParOf" srcId="{F0D8362C-1DBC-4B98-A156-C2C821ACFCBB}" destId="{F428DE07-9A5A-404A-A31C-4E03AA29DAFB}" srcOrd="0" destOrd="0" presId="urn:microsoft.com/office/officeart/2018/5/layout/IconLeafLabelList"/>
    <dgm:cxn modelId="{1F9D19C5-016A-43E1-B17D-B7C37A47470B}" type="presParOf" srcId="{F0D8362C-1DBC-4B98-A156-C2C821ACFCBB}" destId="{0F453954-777D-43CB-BDD9-FC3D90D7AB8D}" srcOrd="1" destOrd="0" presId="urn:microsoft.com/office/officeart/2018/5/layout/IconLeafLabelList"/>
    <dgm:cxn modelId="{50A118AF-E724-4397-ACF3-93BDBD7B1DCE}" type="presParOf" srcId="{F0D8362C-1DBC-4B98-A156-C2C821ACFCBB}" destId="{CE4DE9D1-73BE-4321-B121-FA737BFD837F}" srcOrd="2" destOrd="0" presId="urn:microsoft.com/office/officeart/2018/5/layout/IconLeafLabelList"/>
    <dgm:cxn modelId="{57B6C692-DCA7-466C-BF38-5D30A6D4CCA4}" type="presParOf" srcId="{F0D8362C-1DBC-4B98-A156-C2C821ACFCBB}" destId="{7152DE1B-C723-44E4-BFEF-12E056A52CBB}" srcOrd="3" destOrd="0" presId="urn:microsoft.com/office/officeart/2018/5/layout/IconLeafLabelList"/>
    <dgm:cxn modelId="{98565DF0-E735-4B96-A181-D75DD32F20D6}" type="presParOf" srcId="{CB0E833E-3E0A-47A3-B052-C96C11CBE94C}" destId="{3328873D-97DD-4695-B347-A1237AAB1F0E}" srcOrd="9" destOrd="0" presId="urn:microsoft.com/office/officeart/2018/5/layout/IconLeafLabelList"/>
    <dgm:cxn modelId="{2ECF5666-3A79-47EC-B068-7B2E7B86EDB6}" type="presParOf" srcId="{CB0E833E-3E0A-47A3-B052-C96C11CBE94C}" destId="{E5C848E8-B76E-40DD-93FF-630FF0F2570F}" srcOrd="10" destOrd="0" presId="urn:microsoft.com/office/officeart/2018/5/layout/IconLeafLabelList"/>
    <dgm:cxn modelId="{1A48E4D4-1636-4549-93AF-FE460C84895F}" type="presParOf" srcId="{E5C848E8-B76E-40DD-93FF-630FF0F2570F}" destId="{673C3FBD-DCCD-4645-BB14-ABF0FAEF5E6B}" srcOrd="0" destOrd="0" presId="urn:microsoft.com/office/officeart/2018/5/layout/IconLeafLabelList"/>
    <dgm:cxn modelId="{B3D2F3FA-84DE-4FE2-9816-602102015EE9}" type="presParOf" srcId="{E5C848E8-B76E-40DD-93FF-630FF0F2570F}" destId="{DFAC4A0F-2819-487D-BE76-47AF9E34A381}" srcOrd="1" destOrd="0" presId="urn:microsoft.com/office/officeart/2018/5/layout/IconLeafLabelList"/>
    <dgm:cxn modelId="{20310976-0E01-4604-B3E3-A33EF3BD2C21}" type="presParOf" srcId="{E5C848E8-B76E-40DD-93FF-630FF0F2570F}" destId="{29ABC1F2-C529-4B06-BE71-AC6570BD5D5F}" srcOrd="2" destOrd="0" presId="urn:microsoft.com/office/officeart/2018/5/layout/IconLeafLabelList"/>
    <dgm:cxn modelId="{3DD6C878-473D-44A8-BD57-7B2C271AC6C3}" type="presParOf" srcId="{E5C848E8-B76E-40DD-93FF-630FF0F2570F}" destId="{0ED6972D-552B-4817-BEE3-69B985A1D7B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64C01-4263-4CEC-9D86-2E3E9E8A0251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877C5-3E22-4696-8791-C3A5C1AC3578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How does technology affect sleep? Does it even affect it? </a:t>
          </a:r>
        </a:p>
      </dsp:txBody>
      <dsp:txXfrm>
        <a:off x="765914" y="2943510"/>
        <a:ext cx="4320000" cy="720000"/>
      </dsp:txXfrm>
    </dsp:sp>
    <dsp:sp modelId="{ABF6B9AB-AD75-4CB0-B5FB-F16DC67B0735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C905B-BE2B-4AC1-8856-98A073551FC1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Does the impact that technology use has on sleeping patterns vary between different age groups? </a:t>
          </a:r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BD00B-382F-4A99-892F-FEB151E103E0}">
      <dsp:nvSpPr>
        <dsp:cNvPr id="0" name=""/>
        <dsp:cNvSpPr/>
      </dsp:nvSpPr>
      <dsp:spPr>
        <a:xfrm>
          <a:off x="311379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E9FCB-3139-4166-A19D-35158FD59FBF}">
      <dsp:nvSpPr>
        <dsp:cNvPr id="0" name=""/>
        <dsp:cNvSpPr/>
      </dsp:nvSpPr>
      <dsp:spPr>
        <a:xfrm>
          <a:off x="517957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32447-3F27-48B5-BD03-FF5B898C553C}">
      <dsp:nvSpPr>
        <dsp:cNvPr id="0" name=""/>
        <dsp:cNvSpPr/>
      </dsp:nvSpPr>
      <dsp:spPr>
        <a:xfrm>
          <a:off x="1512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Create a dedicated space for electronics</a:t>
          </a:r>
          <a:endParaRPr lang="en-US" sz="1200" kern="1200"/>
        </a:p>
      </dsp:txBody>
      <dsp:txXfrm>
        <a:off x="1512" y="2162515"/>
        <a:ext cx="1589062" cy="635625"/>
      </dsp:txXfrm>
    </dsp:sp>
    <dsp:sp modelId="{DCEF8FAA-E151-4CA9-A7AE-81A3ABFCF606}">
      <dsp:nvSpPr>
        <dsp:cNvPr id="0" name=""/>
        <dsp:cNvSpPr/>
      </dsp:nvSpPr>
      <dsp:spPr>
        <a:xfrm>
          <a:off x="2178527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BA9A5-3A48-441F-A1CA-85495E637502}">
      <dsp:nvSpPr>
        <dsp:cNvPr id="0" name=""/>
        <dsp:cNvSpPr/>
      </dsp:nvSpPr>
      <dsp:spPr>
        <a:xfrm>
          <a:off x="2385105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BAE81-DCDD-4B4E-95EE-3FE01CE36B07}">
      <dsp:nvSpPr>
        <dsp:cNvPr id="0" name=""/>
        <dsp:cNvSpPr/>
      </dsp:nvSpPr>
      <dsp:spPr>
        <a:xfrm>
          <a:off x="1868660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Avoid using them for an hour before bedtime</a:t>
          </a:r>
          <a:endParaRPr lang="en-US" sz="1200" kern="1200"/>
        </a:p>
      </dsp:txBody>
      <dsp:txXfrm>
        <a:off x="1868660" y="2162515"/>
        <a:ext cx="1589062" cy="635625"/>
      </dsp:txXfrm>
    </dsp:sp>
    <dsp:sp modelId="{39491718-52A8-4720-A9BE-2AFAA23F1D88}">
      <dsp:nvSpPr>
        <dsp:cNvPr id="0" name=""/>
        <dsp:cNvSpPr/>
      </dsp:nvSpPr>
      <dsp:spPr>
        <a:xfrm>
          <a:off x="4045676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FB99B-32E4-4733-9973-E09C31F85B07}">
      <dsp:nvSpPr>
        <dsp:cNvPr id="0" name=""/>
        <dsp:cNvSpPr/>
      </dsp:nvSpPr>
      <dsp:spPr>
        <a:xfrm>
          <a:off x="4252254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3E6D5-5667-4B12-848A-8CD8CCEA1389}">
      <dsp:nvSpPr>
        <dsp:cNvPr id="0" name=""/>
        <dsp:cNvSpPr/>
      </dsp:nvSpPr>
      <dsp:spPr>
        <a:xfrm>
          <a:off x="3735809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Try to silence notifications</a:t>
          </a:r>
          <a:endParaRPr lang="en-US" sz="1200" kern="1200"/>
        </a:p>
      </dsp:txBody>
      <dsp:txXfrm>
        <a:off x="3735809" y="2162515"/>
        <a:ext cx="1589062" cy="635625"/>
      </dsp:txXfrm>
    </dsp:sp>
    <dsp:sp modelId="{2FFF0109-2016-43F2-9D30-FBDCAEC1E1F3}">
      <dsp:nvSpPr>
        <dsp:cNvPr id="0" name=""/>
        <dsp:cNvSpPr/>
      </dsp:nvSpPr>
      <dsp:spPr>
        <a:xfrm>
          <a:off x="5912824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C06BB-6B2E-4D5D-94AA-9C92C7E3012A}">
      <dsp:nvSpPr>
        <dsp:cNvPr id="0" name=""/>
        <dsp:cNvSpPr/>
      </dsp:nvSpPr>
      <dsp:spPr>
        <a:xfrm>
          <a:off x="6119402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0D304-A94B-414A-92A0-5F6ADB22775D}">
      <dsp:nvSpPr>
        <dsp:cNvPr id="0" name=""/>
        <dsp:cNvSpPr/>
      </dsp:nvSpPr>
      <dsp:spPr>
        <a:xfrm>
          <a:off x="5602957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Keep something to read nearby</a:t>
          </a:r>
          <a:endParaRPr lang="en-US" sz="1200" kern="1200"/>
        </a:p>
      </dsp:txBody>
      <dsp:txXfrm>
        <a:off x="5602957" y="2162515"/>
        <a:ext cx="1589062" cy="635625"/>
      </dsp:txXfrm>
    </dsp:sp>
    <dsp:sp modelId="{F428DE07-9A5A-404A-A31C-4E03AA29DAFB}">
      <dsp:nvSpPr>
        <dsp:cNvPr id="0" name=""/>
        <dsp:cNvSpPr/>
      </dsp:nvSpPr>
      <dsp:spPr>
        <a:xfrm>
          <a:off x="7779973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53954-777D-43CB-BDD9-FC3D90D7AB8D}">
      <dsp:nvSpPr>
        <dsp:cNvPr id="0" name=""/>
        <dsp:cNvSpPr/>
      </dsp:nvSpPr>
      <dsp:spPr>
        <a:xfrm>
          <a:off x="7986551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2DE1B-C723-44E4-BFEF-12E056A52CBB}">
      <dsp:nvSpPr>
        <dsp:cNvPr id="0" name=""/>
        <dsp:cNvSpPr/>
      </dsp:nvSpPr>
      <dsp:spPr>
        <a:xfrm>
          <a:off x="7470105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Resist the urge to check devices when you wake up at night</a:t>
          </a:r>
          <a:endParaRPr lang="en-US" sz="1200" kern="1200"/>
        </a:p>
      </dsp:txBody>
      <dsp:txXfrm>
        <a:off x="7470105" y="2162515"/>
        <a:ext cx="1589062" cy="635625"/>
      </dsp:txXfrm>
    </dsp:sp>
    <dsp:sp modelId="{673C3FBD-DCCD-4645-BB14-ABF0FAEF5E6B}">
      <dsp:nvSpPr>
        <dsp:cNvPr id="0" name=""/>
        <dsp:cNvSpPr/>
      </dsp:nvSpPr>
      <dsp:spPr>
        <a:xfrm>
          <a:off x="9647121" y="8912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C4A0F-2819-487D-BE76-47AF9E34A381}">
      <dsp:nvSpPr>
        <dsp:cNvPr id="0" name=""/>
        <dsp:cNvSpPr/>
      </dsp:nvSpPr>
      <dsp:spPr>
        <a:xfrm>
          <a:off x="9853699" y="10978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6972D-552B-4817-BEE3-69B985A1D7BB}">
      <dsp:nvSpPr>
        <dsp:cNvPr id="0" name=""/>
        <dsp:cNvSpPr/>
      </dsp:nvSpPr>
      <dsp:spPr>
        <a:xfrm>
          <a:off x="9337254" y="21625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200" kern="1200"/>
            <a:t>Reward yourself</a:t>
          </a:r>
          <a:endParaRPr lang="en-US" sz="1200" kern="1200"/>
        </a:p>
      </dsp:txBody>
      <dsp:txXfrm>
        <a:off x="9337254" y="2162515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178893" cy="13574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178893" cy="1357473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7" y="586111"/>
            <a:ext cx="2626664" cy="112165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lvl="0"/>
            <a:endParaRPr lang="lt-LT"/>
          </a:p>
          <a:p>
            <a:pPr lvl="0"/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6722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title</a:t>
            </a:r>
            <a:r>
              <a:rPr lang="lt-LT"/>
              <a:t> </a:t>
            </a:r>
            <a:r>
              <a:rPr lang="lt-LT" err="1"/>
              <a:t>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9119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52566"/>
            <a:ext cx="1104900" cy="4953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3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35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411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t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1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2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6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4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688" cy="4068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592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7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228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455" y="599441"/>
            <a:ext cx="2721271" cy="116205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197723" cy="1365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46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197723" cy="136551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70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2"/>
            <a:ext cx="2602159" cy="111119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58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  <a:p>
            <a:pPr lvl="0"/>
            <a:endParaRPr lang="lt-LT"/>
          </a:p>
          <a:p>
            <a:pPr lvl="0"/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0881847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title</a:t>
            </a:r>
            <a:r>
              <a:rPr lang="lt-LT"/>
              <a:t> </a:t>
            </a:r>
            <a:r>
              <a:rPr lang="lt-LT" err="1"/>
              <a:t>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3349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0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93918"/>
            <a:ext cx="1104900" cy="4953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182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08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0508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6305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t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4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7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err="1"/>
              <a:t>Click</a:t>
            </a:r>
            <a:r>
              <a:rPr lang="lt-LT"/>
              <a:t> to </a:t>
            </a:r>
            <a:r>
              <a:rPr lang="lt-LT" err="1"/>
              <a:t>edit</a:t>
            </a:r>
            <a:r>
              <a:rPr lang="lt-LT"/>
              <a:t> </a:t>
            </a:r>
            <a:r>
              <a:rPr lang="lt-LT" err="1"/>
              <a:t>Master</a:t>
            </a:r>
            <a:r>
              <a:rPr lang="lt-LT"/>
              <a:t> </a:t>
            </a:r>
            <a:r>
              <a:rPr lang="lt-LT" err="1"/>
              <a:t>text</a:t>
            </a:r>
            <a:r>
              <a:rPr lang="lt-LT"/>
              <a:t> </a:t>
            </a:r>
            <a:r>
              <a:rPr lang="lt-LT" err="1"/>
              <a:t>styles</a:t>
            </a:r>
            <a:endParaRPr lang="lt-LT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79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62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20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688" cy="4068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80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592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195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52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582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8579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586112"/>
            <a:ext cx="2752482" cy="1175384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image" Target="../media/image3.emf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104900" cy="4953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2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6" r:id="rId2"/>
    <p:sldLayoutId id="2147483678" r:id="rId3"/>
    <p:sldLayoutId id="2147483683" r:id="rId4"/>
    <p:sldLayoutId id="2147483709" r:id="rId5"/>
    <p:sldLayoutId id="2147483654" r:id="rId6"/>
    <p:sldLayoutId id="2147483655" r:id="rId7"/>
    <p:sldLayoutId id="2147483680" r:id="rId8"/>
    <p:sldLayoutId id="2147483677" r:id="rId9"/>
    <p:sldLayoutId id="2147483656" r:id="rId10"/>
    <p:sldLayoutId id="2147483658" r:id="rId11"/>
    <p:sldLayoutId id="2147483684" r:id="rId12"/>
    <p:sldLayoutId id="2147483679" r:id="rId13"/>
    <p:sldLayoutId id="2147483685" r:id="rId14"/>
    <p:sldLayoutId id="2147483686" r:id="rId15"/>
    <p:sldLayoutId id="2147483732" r:id="rId16"/>
    <p:sldLayoutId id="2147483733" r:id="rId17"/>
    <p:sldLayoutId id="2147483734" r:id="rId18"/>
    <p:sldLayoutId id="2147483735" r:id="rId19"/>
    <p:sldLayoutId id="2147483659" r:id="rId20"/>
    <p:sldLayoutId id="2147483687" r:id="rId21"/>
    <p:sldLayoutId id="2147483688" r:id="rId22"/>
    <p:sldLayoutId id="214748368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5768" userDrawn="1">
          <p15:clr>
            <a:srgbClr val="F26B43"/>
          </p15:clr>
        </p15:guide>
        <p15:guide id="4" pos="1912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1434" userDrawn="1">
          <p15:clr>
            <a:srgbClr val="F26B43"/>
          </p15:clr>
        </p15:guide>
        <p15:guide id="8" orient="horz" pos="2886" userDrawn="1">
          <p15:clr>
            <a:srgbClr val="F26B43"/>
          </p15:clr>
        </p15:guide>
        <p15:guide id="9" orient="horz" pos="431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18720"/>
            <a:ext cx="1104900" cy="4953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30" r:id="rId16"/>
    <p:sldLayoutId id="2147483731" r:id="rId17"/>
    <p:sldLayoutId id="2147483736" r:id="rId18"/>
    <p:sldLayoutId id="2147483737" r:id="rId19"/>
    <p:sldLayoutId id="2147483726" r:id="rId20"/>
    <p:sldLayoutId id="2147483727" r:id="rId21"/>
    <p:sldLayoutId id="2147483728" r:id="rId22"/>
    <p:sldLayoutId id="214748372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>
          <p15:clr>
            <a:srgbClr val="F26B43"/>
          </p15:clr>
        </p15:guide>
        <p15:guide id="2">
          <p15:clr>
            <a:srgbClr val="F26B43"/>
          </p15:clr>
        </p15:guide>
        <p15:guide id="3" pos="5768">
          <p15:clr>
            <a:srgbClr val="F26B43"/>
          </p15:clr>
        </p15:guide>
        <p15:guide id="4" pos="1912">
          <p15:clr>
            <a:srgbClr val="F26B43"/>
          </p15:clr>
        </p15:guide>
        <p15:guide id="5" pos="3840">
          <p15:clr>
            <a:srgbClr val="F26B43"/>
          </p15:clr>
        </p15:guide>
        <p15:guide id="6" pos="7680">
          <p15:clr>
            <a:srgbClr val="F26B43"/>
          </p15:clr>
        </p15:guide>
        <p15:guide id="7" orient="horz" pos="1434">
          <p15:clr>
            <a:srgbClr val="F26B43"/>
          </p15:clr>
        </p15:guide>
        <p15:guide id="8" orient="horz" pos="2886">
          <p15:clr>
            <a:srgbClr val="F26B43"/>
          </p15:clr>
        </p15:guide>
        <p15:guide id="9" orient="horz" pos="4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277953615302458?via%3Dihub" TargetMode="External"/><Relationship Id="rId2" Type="http://schemas.openxmlformats.org/officeDocument/2006/relationships/hyperlink" Target="https://jcsm.aasm.org/doi/10.5664/jcsm.3272" TargetMode="External"/><Relationship Id="rId1" Type="http://schemas.openxmlformats.org/officeDocument/2006/relationships/slideLayout" Target="../slideLayouts/slideLayout28.xml"/><Relationship Id="rId5" Type="http://schemas.openxmlformats.org/officeDocument/2006/relationships/hyperlink" Target="https://jcsm.aasm.org/doi/full/10.5664/jcsm.5282" TargetMode="External"/><Relationship Id="rId4" Type="http://schemas.openxmlformats.org/officeDocument/2006/relationships/hyperlink" Target="https://www.ncbi.nlm.nih.gov/pmc/articles/PMC8906383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4248" y="3567482"/>
            <a:ext cx="8560955" cy="3140427"/>
          </a:xfrm>
        </p:spPr>
        <p:txBody>
          <a:bodyPr>
            <a:noAutofit/>
          </a:bodyPr>
          <a:lstStyle/>
          <a:p>
            <a:r>
              <a:rPr lang="lt-LT" sz="5400"/>
              <a:t>The Impact of Technology on Sleep Among Different Age Groups</a:t>
            </a:r>
            <a:endParaRPr lang="en-US" sz="5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1AFD4-5014-9BCB-4CEA-C051885599FF}"/>
              </a:ext>
            </a:extLst>
          </p:cNvPr>
          <p:cNvSpPr txBox="1"/>
          <p:nvPr/>
        </p:nvSpPr>
        <p:spPr>
          <a:xfrm>
            <a:off x="9761156" y="289686"/>
            <a:ext cx="221672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b="1">
                <a:cs typeface="Arial"/>
              </a:rPr>
              <a:t>Data Science</a:t>
            </a:r>
          </a:p>
          <a:p>
            <a:pPr algn="r"/>
            <a:r>
              <a:rPr lang="en-GB">
                <a:cs typeface="Arial"/>
              </a:rPr>
              <a:t>Eglė </a:t>
            </a:r>
            <a:r>
              <a:rPr lang="en-GB" err="1">
                <a:cs typeface="Arial"/>
              </a:rPr>
              <a:t>Jasevičiūtė</a:t>
            </a:r>
            <a:endParaRPr lang="en-GB">
              <a:cs typeface="Arial"/>
            </a:endParaRPr>
          </a:p>
          <a:p>
            <a:pPr algn="r"/>
            <a:r>
              <a:rPr lang="en-GB">
                <a:cs typeface="Arial"/>
              </a:rPr>
              <a:t>Nikita Demin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1C5D2-56D1-C066-AE1B-1F48B63A37B9}"/>
              </a:ext>
            </a:extLst>
          </p:cNvPr>
          <p:cNvSpPr txBox="1"/>
          <p:nvPr/>
        </p:nvSpPr>
        <p:spPr>
          <a:xfrm>
            <a:off x="5705553" y="107057"/>
            <a:ext cx="10831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Arial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83764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486E1A-C2C4-B088-C479-6FF43A8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1C00A-F7E3-A925-C4B8-08671F543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Introduction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Aim, research questions and hypothesis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Background information</a:t>
            </a:r>
            <a:endParaRPr lang="en-US" sz="2200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Methods</a:t>
            </a:r>
            <a:endParaRPr lang="en-US" sz="2200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Results</a:t>
            </a:r>
            <a:endParaRPr lang="en-US" sz="2200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SWOT/PESTLE</a:t>
            </a:r>
            <a:endParaRPr lang="en-US" sz="2200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>
                <a:latin typeface="+mn-lt"/>
                <a:ea typeface="+mn-ea"/>
                <a:cs typeface="+mn-cs"/>
              </a:rPr>
              <a:t>Conclusion</a:t>
            </a:r>
            <a:endParaRPr lang="en-US" sz="2200">
              <a:latin typeface="+mn-lt"/>
              <a:ea typeface="+mn-ea"/>
              <a:cs typeface="Arial"/>
            </a:endParaRPr>
          </a:p>
        </p:txBody>
      </p:sp>
      <p:pic>
        <p:nvPicPr>
          <p:cNvPr id="1026" name="Picture 2" descr="How Technology Affects Sleep Quality – SnoreMD">
            <a:extLst>
              <a:ext uri="{FF2B5EF4-FFF2-40B4-BE49-F238E27FC236}">
                <a16:creationId xmlns:a16="http://schemas.microsoft.com/office/drawing/2014/main" id="{171EE061-2FD8-EF50-A460-08DB2039D326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" r="29784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23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7BBD5B30-C741-4E67-AFD8-17917090A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10 new social networking websites for 2017">
            <a:extLst>
              <a:ext uri="{FF2B5EF4-FFF2-40B4-BE49-F238E27FC236}">
                <a16:creationId xmlns:a16="http://schemas.microsoft.com/office/drawing/2014/main" id="{65E12A67-6380-3D0C-59A2-2AFC32FF8417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6" r="17738"/>
          <a:stretch/>
        </p:blipFill>
        <p:spPr bwMode="auto">
          <a:xfrm>
            <a:off x="7817583" y="10"/>
            <a:ext cx="4374417" cy="6857990"/>
          </a:xfrm>
          <a:custGeom>
            <a:avLst/>
            <a:gdLst/>
            <a:ahLst/>
            <a:cxnLst/>
            <a:rect l="l" t="t" r="r" b="b"/>
            <a:pathLst>
              <a:path w="4374417" h="6858000">
                <a:moveTo>
                  <a:pt x="22719" y="0"/>
                </a:moveTo>
                <a:lnTo>
                  <a:pt x="4374417" y="0"/>
                </a:lnTo>
                <a:lnTo>
                  <a:pt x="4374417" y="6858000"/>
                </a:lnTo>
                <a:lnTo>
                  <a:pt x="0" y="6858000"/>
                </a:lnTo>
                <a:lnTo>
                  <a:pt x="6670" y="6845555"/>
                </a:lnTo>
                <a:cubicBezTo>
                  <a:pt x="495881" y="5886487"/>
                  <a:pt x="785588" y="4695963"/>
                  <a:pt x="785588" y="3406233"/>
                </a:cubicBezTo>
                <a:cubicBezTo>
                  <a:pt x="785588" y="2215714"/>
                  <a:pt x="538737" y="1109724"/>
                  <a:pt x="115983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O - From Calling Gaming Addiction A Disorder To Recommending Playing ...">
            <a:extLst>
              <a:ext uri="{FF2B5EF4-FFF2-40B4-BE49-F238E27FC236}">
                <a16:creationId xmlns:a16="http://schemas.microsoft.com/office/drawing/2014/main" id="{22B5AD9C-77C1-7A43-DCF5-69C0C012D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" r="1" b="1"/>
          <a:stretch/>
        </p:blipFill>
        <p:spPr bwMode="auto">
          <a:xfrm>
            <a:off x="35723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aravel, Sending Email in local environments with Maildev">
            <a:extLst>
              <a:ext uri="{FF2B5EF4-FFF2-40B4-BE49-F238E27FC236}">
                <a16:creationId xmlns:a16="http://schemas.microsoft.com/office/drawing/2014/main" id="{5E4CB309-68CB-0271-D09D-245B3E64C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49" b="-1"/>
          <a:stretch/>
        </p:blipFill>
        <p:spPr bwMode="auto">
          <a:xfrm>
            <a:off x="362535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189BBEAA-BB93-4878-8C95-3C8AADE2E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3" name="Freeform: Shape 2062">
            <a:extLst>
              <a:ext uri="{FF2B5EF4-FFF2-40B4-BE49-F238E27FC236}">
                <a16:creationId xmlns:a16="http://schemas.microsoft.com/office/drawing/2014/main" id="{D529C0C6-AAEB-4982-A9E6-BC6A8B2AE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DBE908-4936-EF01-ED3B-510CA503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08760"/>
            <a:ext cx="342900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80D36F24-5EC0-4A09-9836-6580E1D4B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7C0B334E-66E0-442A-8306-19629EC2D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58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2AA5F6-AAD5-4F4A-A9C7-F7B3DB74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latin typeface="+mj-lt"/>
                <a:ea typeface="+mj-ea"/>
                <a:cs typeface="+mj-cs"/>
              </a:rPr>
              <a:t>Aim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419CA-E068-8379-3B8A-830FA72A76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>
                <a:latin typeface="+mn-lt"/>
                <a:ea typeface="+mn-ea"/>
                <a:cs typeface="+mn-cs"/>
              </a:rPr>
              <a:t>The main aim of this study was to examine the impact of technology on sleep quality.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Placeholder 5" descr="Cartoon a cartoon of a child lying in bed with a cell phone&#10;&#10;Description automatically generated">
            <a:extLst>
              <a:ext uri="{FF2B5EF4-FFF2-40B4-BE49-F238E27FC236}">
                <a16:creationId xmlns:a16="http://schemas.microsoft.com/office/drawing/2014/main" id="{66436617-8827-0E80-BE66-A8665A1B80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1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85734F-BC9D-68C6-C628-4BFA2894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Research questions</a:t>
            </a:r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433F70BC-6729-D40F-AD7D-0B2064020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5730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811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981FE0-DA0C-CF0C-66C6-1128E21C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768948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Hypothesis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C9289-F473-E32D-A32D-A123D134E9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 algn="just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  <a:ea typeface="+mn-ea"/>
                <a:cs typeface="+mn-cs"/>
              </a:rPr>
              <a:t>Increased technology use, especially before sleep, will be linked to negative effects on sleep quality and duration.</a:t>
            </a: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15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82103-902C-02C2-2634-AC016FD7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Background information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AD41F-70D9-B26E-1706-3E13D4D9DB48}"/>
              </a:ext>
            </a:extLst>
          </p:cNvPr>
          <p:cNvSpPr txBox="1"/>
          <p:nvPr/>
        </p:nvSpPr>
        <p:spPr>
          <a:xfrm>
            <a:off x="2243346" y="5966263"/>
            <a:ext cx="89422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>
                <a:cs typeface="Arial"/>
              </a:rPr>
              <a:t>Fig.1(</a:t>
            </a:r>
            <a:r>
              <a:rPr lang="ru-RU" sz="1400">
                <a:ea typeface="+mn-lt"/>
                <a:cs typeface="+mn-lt"/>
              </a:rPr>
              <a:t>Self-</a:t>
            </a:r>
            <a:r>
              <a:rPr lang="ru-RU" sz="1400" err="1">
                <a:ea typeface="+mn-lt"/>
                <a:cs typeface="+mn-lt"/>
              </a:rPr>
              <a:t>reported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sleep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habits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on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weekdays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and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weekends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between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adolescents</a:t>
            </a:r>
            <a:r>
              <a:rPr lang="ru-RU" sz="1400">
                <a:ea typeface="+mn-lt"/>
                <a:cs typeface="+mn-lt"/>
              </a:rPr>
              <a:t> (B), </a:t>
            </a:r>
            <a:r>
              <a:rPr lang="ru-RU" sz="1400" err="1">
                <a:ea typeface="+mn-lt"/>
                <a:cs typeface="+mn-lt"/>
              </a:rPr>
              <a:t>young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adults</a:t>
            </a:r>
            <a:r>
              <a:rPr lang="ru-RU" sz="1400">
                <a:ea typeface="+mn-lt"/>
                <a:cs typeface="+mn-lt"/>
              </a:rPr>
              <a:t> (C), </a:t>
            </a:r>
            <a:r>
              <a:rPr lang="ru-RU" sz="1400" err="1">
                <a:ea typeface="+mn-lt"/>
                <a:cs typeface="+mn-lt"/>
              </a:rPr>
              <a:t>middle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adults</a:t>
            </a:r>
            <a:r>
              <a:rPr lang="ru-RU" sz="1400">
                <a:ea typeface="+mn-lt"/>
                <a:cs typeface="+mn-lt"/>
              </a:rPr>
              <a:t> (D) </a:t>
            </a:r>
            <a:r>
              <a:rPr lang="ru-RU" sz="1400" err="1">
                <a:ea typeface="+mn-lt"/>
                <a:cs typeface="+mn-lt"/>
              </a:rPr>
              <a:t>and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older</a:t>
            </a:r>
            <a:r>
              <a:rPr lang="ru-RU" sz="1400">
                <a:ea typeface="+mn-lt"/>
                <a:cs typeface="+mn-lt"/>
              </a:rPr>
              <a:t> </a:t>
            </a:r>
            <a:r>
              <a:rPr lang="ru-RU" sz="1400" err="1">
                <a:ea typeface="+mn-lt"/>
                <a:cs typeface="+mn-lt"/>
              </a:rPr>
              <a:t>adults</a:t>
            </a:r>
            <a:r>
              <a:rPr lang="ru-RU" sz="1400">
                <a:ea typeface="+mn-lt"/>
                <a:cs typeface="+mn-lt"/>
              </a:rPr>
              <a:t> (</a:t>
            </a:r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Michael </a:t>
            </a:r>
            <a:r>
              <a:rPr lang="ru-RU" sz="1400" err="1">
                <a:solidFill>
                  <a:srgbClr val="FFFFFF"/>
                </a:solidFill>
                <a:ea typeface="+mn-lt"/>
                <a:cs typeface="+mn-lt"/>
              </a:rPr>
              <a:t>Gradisar</a:t>
            </a:r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, p. 5)</a:t>
            </a:r>
            <a:endParaRPr lang="ru-RU" sz="1400">
              <a:solidFill>
                <a:srgbClr val="FFFFFF"/>
              </a:solidFill>
              <a:cs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11976-8F58-BB03-EB93-30D651AA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452070"/>
            <a:ext cx="7987553" cy="452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1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E47195D-EC06-4298-8805-0F0D65997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82103-902C-02C2-2634-AC016FD7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674" y="2045522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>
                <a:latin typeface="+mj-lt"/>
                <a:ea typeface="+mj-ea"/>
                <a:cs typeface="+mj-cs"/>
              </a:rPr>
              <a:t>Background information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29089B53-4860-20A2-7F00-4AAC7E218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02" y="878491"/>
            <a:ext cx="3685032" cy="517197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CA31C-DDAE-3894-18DF-B5F443EFED4C}"/>
              </a:ext>
            </a:extLst>
          </p:cNvPr>
          <p:cNvSpPr txBox="1"/>
          <p:nvPr/>
        </p:nvSpPr>
        <p:spPr>
          <a:xfrm>
            <a:off x="481852" y="268941"/>
            <a:ext cx="771244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ea typeface="+mn-lt"/>
                <a:cs typeface="+mn-lt"/>
              </a:rPr>
              <a:t>Table 3. Bedtime technology use by the survey respondents (total n=10,106). Frequency of electronic device use was binarized into “infrequent” (never, rarely, or a few nights a month) and “frequent” (a few nights a week, every or almost every night).(Saad Mohammed AlShareef, p.4)</a:t>
            </a:r>
            <a:endParaRPr lang="en-US" sz="1100"/>
          </a:p>
        </p:txBody>
      </p:sp>
      <p:pic>
        <p:nvPicPr>
          <p:cNvPr id="7" name="Picture 6" descr="A table with numbers and text&#10;&#10;Description automatically generated">
            <a:extLst>
              <a:ext uri="{FF2B5EF4-FFF2-40B4-BE49-F238E27FC236}">
                <a16:creationId xmlns:a16="http://schemas.microsoft.com/office/drawing/2014/main" id="{3E66E52B-476D-693F-8229-02665142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8" y="2341111"/>
            <a:ext cx="5108179" cy="2448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62823B-8D00-A1E8-4166-708A23E468C4}"/>
              </a:ext>
            </a:extLst>
          </p:cNvPr>
          <p:cNvSpPr txBox="1"/>
          <p:nvPr/>
        </p:nvSpPr>
        <p:spPr>
          <a:xfrm>
            <a:off x="4238624" y="1722904"/>
            <a:ext cx="40481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ea typeface="+mn-lt"/>
                <a:cs typeface="+mn-lt"/>
              </a:rPr>
              <a:t>Table 2. Prevalence of sleep-related parameters in the survey respondents (total n=10,106).(Saad Mohammed AlShareef, p.3)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4943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D45A8-4543-CDB9-6282-3D50EF67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Methods</a:t>
            </a:r>
          </a:p>
        </p:txBody>
      </p:sp>
      <p:pic>
        <p:nvPicPr>
          <p:cNvPr id="7" name="Graphic 6" descr="Анкета">
            <a:extLst>
              <a:ext uri="{FF2B5EF4-FFF2-40B4-BE49-F238E27FC236}">
                <a16:creationId xmlns:a16="http://schemas.microsoft.com/office/drawing/2014/main" id="{BF671809-ABDE-8A4A-C483-90B98D1DC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348545BE-6520-D009-A719-6256242E5D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Online survey</a:t>
            </a:r>
            <a:endParaRPr lang="en-US" sz="2400">
              <a:solidFill>
                <a:schemeClr val="tx2"/>
              </a:solidFill>
              <a:latin typeface="+mn-lt"/>
              <a:ea typeface="+mn-ea"/>
              <a:cs typeface="Arial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165 participants</a:t>
            </a:r>
            <a:endParaRPr lang="en-US" sz="2400">
              <a:solidFill>
                <a:schemeClr val="tx2"/>
              </a:solidFill>
              <a:latin typeface="+mn-lt"/>
              <a:ea typeface="+mn-ea"/>
              <a:cs typeface="Arial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Three age groups: under 18, 18-34, over 34</a:t>
            </a:r>
            <a:endParaRPr lang="en-US" sz="2400">
              <a:solidFill>
                <a:schemeClr val="tx2"/>
              </a:solidFill>
              <a:latin typeface="+mn-lt"/>
              <a:ea typeface="+mn-ea"/>
              <a:cs typeface="Arial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Open-ended and closed-ended questions (e.g. How much sleep do you get on average?)</a:t>
            </a:r>
            <a:endParaRPr lang="en-US" sz="2400">
              <a:solidFill>
                <a:schemeClr val="tx2"/>
              </a:solidFill>
              <a:latin typeface="+mn-lt"/>
              <a:ea typeface="+mn-ea"/>
              <a:cs typeface="Arial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Calculating percentages</a:t>
            </a:r>
            <a:endParaRPr lang="en-US" sz="2400">
              <a:solidFill>
                <a:schemeClr val="tx2"/>
              </a:solidFill>
              <a:latin typeface="+mn-lt"/>
              <a:ea typeface="+mn-ea"/>
              <a:cs typeface="Arial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08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82103-902C-02C2-2634-AC016FD7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AD41F-70D9-B26E-1706-3E13D4D9DB48}"/>
              </a:ext>
            </a:extLst>
          </p:cNvPr>
          <p:cNvSpPr txBox="1"/>
          <p:nvPr/>
        </p:nvSpPr>
        <p:spPr>
          <a:xfrm>
            <a:off x="2187317" y="5966263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>
                <a:cs typeface="Arial"/>
              </a:rPr>
              <a:t>Fig.1</a:t>
            </a:r>
            <a:endParaRPr lang="ru-RU"/>
          </a:p>
        </p:txBody>
      </p:sp>
      <p:pic>
        <p:nvPicPr>
          <p:cNvPr id="3" name="Picture 2" descr="A graph of a number of people&#10;&#10;Description automatically generated">
            <a:extLst>
              <a:ext uri="{FF2B5EF4-FFF2-40B4-BE49-F238E27FC236}">
                <a16:creationId xmlns:a16="http://schemas.microsoft.com/office/drawing/2014/main" id="{BD66F30F-1436-1FE6-F297-D0A394163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7" t="1486" r="-74" b="-257"/>
          <a:stretch/>
        </p:blipFill>
        <p:spPr>
          <a:xfrm>
            <a:off x="1864067" y="1778576"/>
            <a:ext cx="8457525" cy="41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56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03EF-F34F-CCA6-0C0A-3FDAF820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E278D-D2C9-8A62-FEC8-50C624D74B40}"/>
              </a:ext>
            </a:extLst>
          </p:cNvPr>
          <p:cNvSpPr txBox="1"/>
          <p:nvPr/>
        </p:nvSpPr>
        <p:spPr>
          <a:xfrm>
            <a:off x="3049223" y="5901869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>
                <a:cs typeface="Arial"/>
              </a:rPr>
              <a:t>Fig.2</a:t>
            </a:r>
          </a:p>
        </p:txBody>
      </p:sp>
      <p:pic>
        <p:nvPicPr>
          <p:cNvPr id="7" name="Рисунок 6" descr="Изображение выглядит как текст, снимок экрана, линия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DE7F91EE-6BB1-9C54-7E81-D3A8831B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146" y="1576212"/>
            <a:ext cx="6456608" cy="432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9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03EF-F34F-CCA6-0C0A-3FDAF820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4" name="Рисунок 3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0E45AEC5-2095-84BA-E7F6-944F3538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49" y="1675227"/>
            <a:ext cx="7310701" cy="4394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0B066-B23E-492B-6A02-AB268CFF3664}"/>
              </a:ext>
            </a:extLst>
          </p:cNvPr>
          <p:cNvSpPr txBox="1"/>
          <p:nvPr/>
        </p:nvSpPr>
        <p:spPr>
          <a:xfrm>
            <a:off x="2378448" y="6073587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>
                <a:cs typeface="Arial"/>
              </a:rPr>
              <a:t>Fig.3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71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03EF-F34F-CCA6-0C0A-3FDAF820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текст, снимок экрана, диаграмм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7EF914AD-2E7B-BAB9-5CFF-701AB09BD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80" y="2415786"/>
            <a:ext cx="4979624" cy="277539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диаграмм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028C24A5-75F9-424A-34AD-441781D1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90" y="2416292"/>
            <a:ext cx="5517507" cy="2774378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текст, диаграмм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2B4BF727-23D0-8ED1-5450-72DCD8CEB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356" y="2416292"/>
            <a:ext cx="4609831" cy="2774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D025C9-B478-6C37-DB17-C10EEEB4730E}"/>
              </a:ext>
            </a:extLst>
          </p:cNvPr>
          <p:cNvSpPr txBox="1"/>
          <p:nvPr/>
        </p:nvSpPr>
        <p:spPr>
          <a:xfrm>
            <a:off x="926958" y="1946257"/>
            <a:ext cx="123383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 err="1">
                <a:cs typeface="Arial"/>
              </a:rPr>
              <a:t>Percentage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of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people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who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believe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that</a:t>
            </a:r>
            <a:r>
              <a:rPr lang="ru-RU" sz="2000" b="1" dirty="0">
                <a:cs typeface="Arial"/>
              </a:rPr>
              <a:t> </a:t>
            </a:r>
            <a:r>
              <a:rPr lang="ru-RU" sz="2000" b="1" dirty="0" err="1">
                <a:cs typeface="Arial"/>
              </a:rPr>
              <a:t>electronic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devices</a:t>
            </a:r>
            <a:r>
              <a:rPr lang="ru-RU" sz="2000" b="1" dirty="0">
                <a:cs typeface="Arial"/>
              </a:rPr>
              <a:t> </a:t>
            </a:r>
            <a:r>
              <a:rPr lang="ru-RU" sz="2000" b="1" dirty="0" err="1">
                <a:cs typeface="Arial"/>
              </a:rPr>
              <a:t>affect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their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sleep</a:t>
            </a:r>
            <a:r>
              <a:rPr lang="ru-RU" sz="2000" b="1" dirty="0">
                <a:cs typeface="Arial"/>
              </a:rPr>
              <a:t> </a:t>
            </a:r>
            <a:r>
              <a:rPr lang="ru-RU" sz="2000" b="1" dirty="0" err="1">
                <a:cs typeface="Arial"/>
              </a:rPr>
              <a:t>quality</a:t>
            </a:r>
            <a:endParaRPr lang="ru-RU" sz="2000" b="1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1E76F-9FBF-2D47-2987-57C75FD5D92E}"/>
              </a:ext>
            </a:extLst>
          </p:cNvPr>
          <p:cNvSpPr txBox="1"/>
          <p:nvPr/>
        </p:nvSpPr>
        <p:spPr>
          <a:xfrm>
            <a:off x="182095" y="5188322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>
                <a:cs typeface="Arial"/>
              </a:rPr>
              <a:t>Fig.4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764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03EF-F34F-CCA6-0C0A-3FDAF820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F5FA9-FF70-5083-F496-5A71A5082730}"/>
              </a:ext>
            </a:extLst>
          </p:cNvPr>
          <p:cNvSpPr txBox="1"/>
          <p:nvPr/>
        </p:nvSpPr>
        <p:spPr>
          <a:xfrm>
            <a:off x="2440790" y="5773080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>
                <a:cs typeface="Arial"/>
              </a:rPr>
              <a:t>Fig.5</a:t>
            </a:r>
            <a:endParaRPr lang="ru-RU"/>
          </a:p>
        </p:txBody>
      </p:sp>
      <p:pic>
        <p:nvPicPr>
          <p:cNvPr id="7" name="Рисунок 6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5909527-E101-8CF5-E231-DE4DD12D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713373"/>
            <a:ext cx="7443988" cy="406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8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CED0D-AB4D-9318-9B22-02A97F2C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4" name="Рисунок 3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B052EBF-CE51-54BA-2045-C972D397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49" y="1675227"/>
            <a:ext cx="7310701" cy="4394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60196-EABA-B8D8-E290-5E1BCA0F420D}"/>
              </a:ext>
            </a:extLst>
          </p:cNvPr>
          <p:cNvSpPr txBox="1"/>
          <p:nvPr/>
        </p:nvSpPr>
        <p:spPr>
          <a:xfrm>
            <a:off x="2445683" y="6073587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cs typeface="Arial"/>
              </a:rPr>
              <a:t>Fig.6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4939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CED0D-AB4D-9318-9B22-02A97F2C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60196-EABA-B8D8-E290-5E1BCA0F420D}"/>
              </a:ext>
            </a:extLst>
          </p:cNvPr>
          <p:cNvSpPr txBox="1"/>
          <p:nvPr/>
        </p:nvSpPr>
        <p:spPr>
          <a:xfrm>
            <a:off x="2445683" y="6073587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cs typeface="Arial"/>
              </a:rPr>
              <a:t>Fig.7</a:t>
            </a:r>
          </a:p>
        </p:txBody>
      </p:sp>
      <p:pic>
        <p:nvPicPr>
          <p:cNvPr id="3" name="Рисунок 2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838CD16-8395-42C9-F079-DF4A4632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459" y="1494099"/>
            <a:ext cx="7091080" cy="429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51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F71D2-C866-8249-BC5C-BFF8F4F3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4F685-D44C-6924-8D93-C9DB63160D30}"/>
              </a:ext>
            </a:extLst>
          </p:cNvPr>
          <p:cNvSpPr txBox="1"/>
          <p:nvPr/>
        </p:nvSpPr>
        <p:spPr>
          <a:xfrm>
            <a:off x="1839461" y="5837474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cs typeface="Arial"/>
              </a:rPr>
              <a:t>Fig.8</a:t>
            </a: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EDE8100-78D8-2158-EAC0-16E53637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86" y="1549524"/>
            <a:ext cx="8796269" cy="428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7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F71D2-C866-8249-BC5C-BFF8F4F3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24E1D-4D1A-A77A-B7E8-460402CBD1B7}"/>
              </a:ext>
            </a:extLst>
          </p:cNvPr>
          <p:cNvSpPr txBox="1"/>
          <p:nvPr/>
        </p:nvSpPr>
        <p:spPr>
          <a:xfrm>
            <a:off x="2554901" y="6073587"/>
            <a:ext cx="1344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cs typeface="Arial"/>
              </a:rPr>
              <a:t>Fig.9</a:t>
            </a: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952756BF-832D-4CB4-03BB-F6164F7E7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56" y="1583222"/>
            <a:ext cx="7336664" cy="44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2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7EA53-F799-F4D5-918B-672876E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5A5184-6062-AC24-3B1F-A04ADC2D4D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" y="2872899"/>
            <a:ext cx="4501324" cy="3578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latin typeface="+mn-lt"/>
                <a:ea typeface="+mn-ea"/>
                <a:cs typeface="+mn-cs"/>
              </a:rPr>
              <a:t>80% of respondents claimed they do not experience trouble sleeping</a:t>
            </a:r>
            <a:endParaRPr lang="en-US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latin typeface="+mn-lt"/>
                <a:ea typeface="+mn-ea"/>
                <a:cs typeface="+mn-cs"/>
              </a:rPr>
              <a:t>Participants generally get enough sleep for their health (7 or more hours a day)</a:t>
            </a:r>
            <a:endParaRPr lang="en-US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latin typeface="+mn-lt"/>
                <a:ea typeface="+mn-ea"/>
                <a:cs typeface="+mn-cs"/>
              </a:rPr>
              <a:t>Individuals with higher technology usage did not exhibit a higher likelihood of sleep disturbances</a:t>
            </a:r>
            <a:endParaRPr lang="en-US">
              <a:latin typeface="+mn-lt"/>
              <a:ea typeface="+mn-ea"/>
              <a:cs typeface="Arial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latin typeface="+mn-lt"/>
                <a:ea typeface="+mn-ea"/>
                <a:cs typeface="+mn-cs"/>
              </a:rPr>
              <a:t>The younger generation believes that technology has an impact on their sleep</a:t>
            </a:r>
            <a:endParaRPr lang="en-US">
              <a:latin typeface="+mn-lt"/>
              <a:ea typeface="+mn-ea"/>
              <a:cs typeface="Arial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1DC722C-0BA4-08F2-D2BC-DECB7DE01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42" r="1703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20071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7EA53-F799-F4D5-918B-672876E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5E6E00-C8CD-0B31-493C-3FF3962F8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258" y="1078146"/>
            <a:ext cx="7766817" cy="5136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5D1DE5-781E-4EC0-45EA-4A7B72EA15AB}"/>
              </a:ext>
            </a:extLst>
          </p:cNvPr>
          <p:cNvSpPr txBox="1"/>
          <p:nvPr/>
        </p:nvSpPr>
        <p:spPr>
          <a:xfrm>
            <a:off x="4591609" y="1647265"/>
            <a:ext cx="29135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2">
                    <a:lumMod val="10000"/>
                  </a:schemeClr>
                </a:solidFill>
                <a:cs typeface="Arial"/>
              </a:rPr>
              <a:t>Large number of online survey participants (165)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A443A-AC69-6A81-D7E5-4C4D62881D78}"/>
              </a:ext>
            </a:extLst>
          </p:cNvPr>
          <p:cNvSpPr txBox="1"/>
          <p:nvPr/>
        </p:nvSpPr>
        <p:spPr>
          <a:xfrm>
            <a:off x="8396007" y="1714500"/>
            <a:ext cx="31516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2">
                    <a:lumMod val="10000"/>
                  </a:schemeClr>
                </a:solidFill>
                <a:cs typeface="Arial"/>
              </a:rPr>
              <a:t>Small amount of data on older people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0EB80-AC09-EE3A-18A2-236D49B9B201}"/>
              </a:ext>
            </a:extLst>
          </p:cNvPr>
          <p:cNvSpPr txBox="1"/>
          <p:nvPr/>
        </p:nvSpPr>
        <p:spPr>
          <a:xfrm>
            <a:off x="4664448" y="4342279"/>
            <a:ext cx="29695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2">
                    <a:lumMod val="10000"/>
                  </a:schemeClr>
                </a:solidFill>
                <a:cs typeface="Arial"/>
              </a:rPr>
              <a:t>Study how particular apps affect our sleep quality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46432-AB00-3C80-C940-338E2F7762AD}"/>
              </a:ext>
            </a:extLst>
          </p:cNvPr>
          <p:cNvSpPr txBox="1"/>
          <p:nvPr/>
        </p:nvSpPr>
        <p:spPr>
          <a:xfrm>
            <a:off x="8544485" y="4300257"/>
            <a:ext cx="28154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2">
                    <a:lumMod val="10000"/>
                  </a:schemeClr>
                </a:solidFill>
                <a:cs typeface="Arial"/>
              </a:rPr>
              <a:t>Participants may have overestimated their average sleep duration</a:t>
            </a:r>
          </a:p>
        </p:txBody>
      </p:sp>
    </p:spTree>
    <p:extLst>
      <p:ext uri="{BB962C8B-B14F-4D97-AF65-F5344CB8AC3E}">
        <p14:creationId xmlns:p14="http://schemas.microsoft.com/office/powerpoint/2010/main" val="502027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7EA53-F799-F4D5-918B-672876E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  <a:latin typeface="+mj-lt"/>
                <a:ea typeface="+mj-ea"/>
                <a:cs typeface="Arial"/>
              </a:rPr>
              <a:t>PESTLE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00439-EEBE-45AF-BC3C-D2510D9B1D2E}"/>
              </a:ext>
            </a:extLst>
          </p:cNvPr>
          <p:cNvSpPr txBox="1"/>
          <p:nvPr/>
        </p:nvSpPr>
        <p:spPr>
          <a:xfrm>
            <a:off x="6310114" y="352660"/>
            <a:ext cx="3249520" cy="2893100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b="1">
                <a:solidFill>
                  <a:schemeClr val="accent1"/>
                </a:solidFill>
                <a:cs typeface="Arial"/>
              </a:rPr>
              <a:t>ECONOMIC</a:t>
            </a:r>
            <a:endParaRPr lang="en-US" sz="2000" b="1">
              <a:solidFill>
                <a:schemeClr val="accent1"/>
              </a:solidFill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pPr algn="just"/>
            <a:r>
              <a:rPr lang="en-GB" sz="2400">
                <a:solidFill>
                  <a:schemeClr val="bg1">
                    <a:lumMod val="50000"/>
                  </a:schemeClr>
                </a:solidFill>
                <a:cs typeface="Arial"/>
              </a:rPr>
              <a:t>Tired workers bring less revenue for companies.</a:t>
            </a: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90AE1-A72D-1DEA-F5DC-075AC23380B2}"/>
              </a:ext>
            </a:extLst>
          </p:cNvPr>
          <p:cNvSpPr txBox="1"/>
          <p:nvPr/>
        </p:nvSpPr>
        <p:spPr>
          <a:xfrm>
            <a:off x="6310113" y="3495122"/>
            <a:ext cx="3249520" cy="2893100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b="1">
                <a:solidFill>
                  <a:schemeClr val="accent1"/>
                </a:solidFill>
                <a:cs typeface="Arial"/>
              </a:rPr>
              <a:t>TECHNOLOGICAL</a:t>
            </a: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pPr algn="just"/>
            <a:r>
              <a:rPr lang="en-GB" sz="2400">
                <a:solidFill>
                  <a:schemeClr val="bg1">
                    <a:lumMod val="50000"/>
                  </a:schemeClr>
                </a:solidFill>
                <a:cs typeface="Arial"/>
              </a:rPr>
              <a:t>Electronic devices pose a threat to the wellbeing of users.</a:t>
            </a: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GB">
              <a:solidFill>
                <a:schemeClr val="bg1">
                  <a:lumMod val="50000"/>
                </a:schemeClr>
              </a:solidFill>
              <a:cs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4F3743-5741-E0C3-CE2F-E3C89F4997B9}"/>
              </a:ext>
            </a:extLst>
          </p:cNvPr>
          <p:cNvCxnSpPr/>
          <p:nvPr/>
        </p:nvCxnSpPr>
        <p:spPr>
          <a:xfrm flipV="1">
            <a:off x="4391891" y="2047324"/>
            <a:ext cx="1688996" cy="10063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2C8CCF-C5BA-38D5-C7BB-5586680B62E9}"/>
              </a:ext>
            </a:extLst>
          </p:cNvPr>
          <p:cNvCxnSpPr>
            <a:cxnSpLocks/>
          </p:cNvCxnSpPr>
          <p:nvPr/>
        </p:nvCxnSpPr>
        <p:spPr>
          <a:xfrm>
            <a:off x="4391890" y="3387434"/>
            <a:ext cx="1682699" cy="1103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492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y is good sleep important for your immune system?">
            <a:extLst>
              <a:ext uri="{FF2B5EF4-FFF2-40B4-BE49-F238E27FC236}">
                <a16:creationId xmlns:a16="http://schemas.microsoft.com/office/drawing/2014/main" id="{79C7B275-464C-DBA0-A535-7F56AF1622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26868-76ED-2547-FE0E-065D2AB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15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BFB6B-E5D6-89B7-DF44-84A1D946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Advice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7" name="Текст 2">
            <a:extLst>
              <a:ext uri="{FF2B5EF4-FFF2-40B4-BE49-F238E27FC236}">
                <a16:creationId xmlns:a16="http://schemas.microsoft.com/office/drawing/2014/main" id="{37D06464-AE8A-9162-78CC-D98B4D60CA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984027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1570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02DE6-E0CA-ACFF-58C3-65827B33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err="1">
                <a:latin typeface="Arial"/>
                <a:cs typeface="Arial"/>
              </a:rPr>
              <a:t>References</a:t>
            </a:r>
            <a:r>
              <a:rPr lang="ru-RU">
                <a:latin typeface="Arial"/>
                <a:cs typeface="Arial"/>
              </a:rPr>
              <a:t> 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49D6E8-F7B3-5F9A-900D-50B0DE9E7A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ru-RU" sz="2400" u="sng">
                <a:solidFill>
                  <a:schemeClr val="accent1"/>
                </a:solidFill>
                <a:latin typeface="Arial"/>
                <a:ea typeface="Segoe UI Historic"/>
                <a:cs typeface="Segoe UI Histor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https://jcsm.aasm.org/doi/10.5664/jcsm.3272</a:t>
            </a:r>
          </a:p>
          <a:p>
            <a:pPr marL="342900" indent="-342900">
              <a:buChar char="•"/>
            </a:pPr>
            <a:r>
              <a:rPr lang="ru-RU" sz="2400" u="sng">
                <a:solidFill>
                  <a:schemeClr val="accent1"/>
                </a:solidFill>
                <a:latin typeface="Arial"/>
                <a:ea typeface="Segoe UI Historic"/>
                <a:cs typeface="Segoe UI Histor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https://www.sciencedirect.com/science/article/abs/pii/S0277953615302458?via%3Dihub</a:t>
            </a:r>
          </a:p>
          <a:p>
            <a:pPr marL="342900" indent="-342900">
              <a:buChar char="•"/>
            </a:pPr>
            <a:r>
              <a:rPr lang="ru-RU" sz="2400">
                <a:solidFill>
                  <a:schemeClr val="accent1"/>
                </a:solidFill>
                <a:latin typeface="Arial"/>
                <a:ea typeface="Segoe UI Historic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https://www.ncbi.nlm.nih.gov/pmc/articles/PMC8906383/</a:t>
            </a:r>
          </a:p>
          <a:p>
            <a:pPr marL="342900" indent="-342900">
              <a:buChar char="•"/>
            </a:pPr>
            <a:r>
              <a:rPr lang="ru-RU" sz="2400" u="sng">
                <a:solidFill>
                  <a:schemeClr val="accent1"/>
                </a:solidFill>
                <a:latin typeface="Arial"/>
                <a:ea typeface="Segoe UI Historic"/>
                <a:cs typeface="Segoe UI Histor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https://jcsm.aasm.org/doi/full/10.5664/jcsm.5282</a:t>
            </a:r>
          </a:p>
          <a:p>
            <a:pPr marL="342900" indent="-342900">
              <a:buChar char="•"/>
            </a:pPr>
            <a:r>
              <a:rPr lang="ru-RU" sz="2400" u="sng">
                <a:solidFill>
                  <a:schemeClr val="accent1"/>
                </a:solidFill>
                <a:latin typeface="Arial"/>
                <a:ea typeface="Segoe UI Historic"/>
                <a:cs typeface="Segoe UI Historic"/>
              </a:rPr>
              <a:t>h</a:t>
            </a:r>
            <a:r>
              <a:rPr lang="ru-RU" sz="2400" u="sng">
                <a:solidFill>
                  <a:schemeClr val="accent1"/>
                </a:solidFill>
                <a:latin typeface="Arial"/>
                <a:ea typeface="Segoe UI Historic"/>
                <a:cs typeface="Arial"/>
              </a:rPr>
              <a:t>ttps://www.vu.lt/site_files/Skaidri%C5%B3_%C5%A1ablonai/Skaidri%C5%B3_%C5%A1ablonas_VU_pristatymui_LT.pptx</a:t>
            </a:r>
            <a:endParaRPr lang="ru-RU" sz="2400" u="sng">
              <a:solidFill>
                <a:schemeClr val="accent1"/>
              </a:solidFill>
              <a:latin typeface="Arial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3213895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EDBC-21AE-CF3D-9906-49EB3717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42683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Custom Design</vt:lpstr>
      <vt:lpstr>1_Custom Design</vt:lpstr>
      <vt:lpstr>The Impact of Technology on Sleep Among Different Age Groups</vt:lpstr>
      <vt:lpstr>Outline</vt:lpstr>
      <vt:lpstr>Introduction</vt:lpstr>
      <vt:lpstr>Aim</vt:lpstr>
      <vt:lpstr>Research questions</vt:lpstr>
      <vt:lpstr>Hypothesis</vt:lpstr>
      <vt:lpstr>Background information</vt:lpstr>
      <vt:lpstr>Background information</vt:lpstr>
      <vt:lpstr>Methods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Summary</vt:lpstr>
      <vt:lpstr>SWOT</vt:lpstr>
      <vt:lpstr>PESTLE</vt:lpstr>
      <vt:lpstr>Conclusion</vt:lpstr>
      <vt:lpstr>Advice</vt:lpstr>
      <vt:lpstr>References </vt:lpstr>
      <vt:lpstr>Questions?</vt:lpstr>
    </vt:vector>
  </TitlesOfParts>
  <Company>Vilniaus universitetas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Rokas Aleliūnas</dc:creator>
  <cp:revision>20</cp:revision>
  <dcterms:created xsi:type="dcterms:W3CDTF">2017-06-28T06:49:28Z</dcterms:created>
  <dcterms:modified xsi:type="dcterms:W3CDTF">2023-12-06T12:03:26Z</dcterms:modified>
</cp:coreProperties>
</file>